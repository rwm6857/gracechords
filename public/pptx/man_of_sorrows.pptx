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201"/>
    <p:restoredTop sz="95782"/>
  </p:normalViewPr>
  <p:slideViewPr>
    <p:cSldViewPr snapToGrid="0">
      <p:cViewPr varScale="1">
        <p:scale>
          <a:sx n="69" d="100"/>
          <a:sy n="69" d="100"/>
        </p:scale>
        <p:origin x="216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860BC1-7508-1447-A19D-7ADDD59B9714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BB3E2-7285-664B-A02E-66EC51E80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55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3BB3E2-7285-664B-A02E-66EC51E80A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2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3BB3E2-7285-664B-A02E-66EC51E80A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62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Chorus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3BB3E2-7285-664B-A02E-66EC51E80A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45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3BB3E2-7285-664B-A02E-66EC51E80AD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0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3BB3E2-7285-664B-A02E-66EC51E80AD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748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86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2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7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0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75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147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35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2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95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58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5685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CB2A6-3A14-6084-13DA-F2A365452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843D5-418F-7032-8560-CC6E55618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448B2-12F6-2346-82F6-981465492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8A13C-1CE1-A08D-8946-6734EA845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F603F-CAE1-58BE-D426-6B79D694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71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D3315-D24A-A11B-CFA3-D0BE4A912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475A7-D28E-050E-C4CB-3B69528F6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A45B7-19E4-11C2-112B-BC01231EF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33303-48D0-B635-5CCA-EC9B3E901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ACDBB-BBDD-A7F6-F6F1-B98EB87F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00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orship Ly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7053D-9F6E-C133-E14A-72B4A6AF8E5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0" y="318052"/>
            <a:ext cx="12192000" cy="2852531"/>
          </a:xfrm>
        </p:spPr>
        <p:txBody>
          <a:bodyPr anchor="b">
            <a:normAutofit/>
          </a:bodyPr>
          <a:lstStyle>
            <a:lvl1pPr marL="0" indent="0" algn="ctr">
              <a:buNone/>
              <a:defRPr sz="5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Lyrics Line 1</a:t>
            </a:r>
          </a:p>
          <a:p>
            <a:pPr lvl="0"/>
            <a:r>
              <a:rPr lang="en-US" dirty="0"/>
              <a:t>Lyrics Line 2</a:t>
            </a:r>
          </a:p>
        </p:txBody>
      </p:sp>
    </p:spTree>
    <p:extLst>
      <p:ext uri="{BB962C8B-B14F-4D97-AF65-F5344CB8AC3E}">
        <p14:creationId xmlns:p14="http://schemas.microsoft.com/office/powerpoint/2010/main" val="1535831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D9B1-F0F0-8509-BCCA-89524854A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8869B-212B-46C6-7020-49BCF7225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D1248-7427-23AF-3FFE-470FDD810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4C72D-3D3A-5031-287D-510551114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C6CF9-7681-48BA-3007-E59F241D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43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87F25-3340-01D4-66A4-3BDA0A550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A3E31-9FB9-59CC-2990-5351E7A1A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F422E-CE09-370D-6519-01ADD58D5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B6373-234D-C0F4-E2BC-A5C0C8632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81C41-2543-AC24-5427-999CDADBF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088EE-293F-2EBC-D555-8BC8C746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97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BC5EC-7A7A-B639-6D5B-E4F77FA7A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B130-5324-F26E-8B3A-2C2D5D20C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70813-2F71-2AB8-780A-AEF26E8CB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688583-0BFA-DF8F-E6D6-E67C7B344D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DCDD5-1C6E-D19A-B521-8B0A7A5B7C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AB766-0548-7E61-BF2F-066E25CA6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3C0E53-08F5-BD51-84C2-2EC4D324E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F2E1B-DC3F-724A-79D3-BECA207C6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560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9A4D3-0376-F74F-1178-E0E194529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99C48-033A-32BE-33D9-18E34EF3C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C7996-CAC3-4BF1-94EC-0F88B2D10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CF0D4-4694-48FB-BBDE-6B15CC01D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940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54417D-A2BA-08B6-A08C-281A1C89D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BB8C5F-DDE3-F7B8-3D7D-3B666146D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25E69-017D-D099-AE57-5BB60A230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939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4E6CA-CFAD-40BD-B7E6-8BA87ED99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4F778-9F7F-4E81-D904-379CEC85F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9B9971-6807-1624-748C-81A8AD235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C105C-AFF0-FDF1-E144-7126628DD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61DDC-C907-A5EC-4C1F-E577A695A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03AD2-BE90-7B93-419C-532F47F1E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46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174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BEB563-F947-A9E4-F83A-32F575EE5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C23E7-3A73-78AC-68F7-6CE4CBBAE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AE036-3A14-0B98-3CB3-ED2E82265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8BF14-2416-7C12-5514-CDDF9C67B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0C7-5EE3-A85A-4ED5-96B4F8EE2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62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FFC00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92CC2-F526-E64D-E22C-6599042E9C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CE10A-0A44-E51C-049B-4329B7CE66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04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B7F7C-D41A-BACE-3548-3CC5E94D6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1069166"/>
            <a:ext cx="12192000" cy="2852531"/>
          </a:xfrm>
        </p:spPr>
        <p:txBody>
          <a:bodyPr>
            <a:normAutofit/>
          </a:bodyPr>
          <a:lstStyle/>
          <a:p>
            <a:r>
              <a:rPr lang="en-US" dirty="0"/>
              <a:t>Man of sorrows, Lamb of God </a:t>
            </a:r>
            <a:br>
              <a:rPr lang="en-US" dirty="0"/>
            </a:br>
            <a:r>
              <a:rPr lang="en-US" dirty="0"/>
              <a:t>By His own betrayed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459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BCFCD8-BED3-0F1B-12AB-B7F5B1668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sin of man and wrath of God</a:t>
            </a:r>
            <a:br>
              <a:rPr lang="en-US" dirty="0"/>
            </a:br>
            <a:r>
              <a:rPr lang="en-US" dirty="0"/>
              <a:t>Has been on Jesus laid</a:t>
            </a:r>
          </a:p>
        </p:txBody>
      </p:sp>
    </p:spTree>
    <p:extLst>
      <p:ext uri="{BB962C8B-B14F-4D97-AF65-F5344CB8AC3E}">
        <p14:creationId xmlns:p14="http://schemas.microsoft.com/office/powerpoint/2010/main" val="2843290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0ADA02-0315-F476-19F9-015D85DA5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Silent as He stood accused</a:t>
            </a:r>
            <a:br>
              <a:rPr lang="en-US" dirty="0"/>
            </a:br>
            <a:r>
              <a:rPr lang="en-US" dirty="0"/>
              <a:t>Beaten, mocked, and scorned</a:t>
            </a:r>
          </a:p>
        </p:txBody>
      </p:sp>
    </p:spTree>
    <p:extLst>
      <p:ext uri="{BB962C8B-B14F-4D97-AF65-F5344CB8AC3E}">
        <p14:creationId xmlns:p14="http://schemas.microsoft.com/office/powerpoint/2010/main" val="3336620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B0B9F5-F888-CA26-F053-DD9C1505B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Bowing to the Father’s will</a:t>
            </a:r>
            <a:br>
              <a:rPr lang="en-US" dirty="0"/>
            </a:br>
            <a:r>
              <a:rPr lang="en-US" dirty="0"/>
              <a:t>He took a crown of thorns </a:t>
            </a:r>
          </a:p>
        </p:txBody>
      </p:sp>
    </p:spTree>
    <p:extLst>
      <p:ext uri="{BB962C8B-B14F-4D97-AF65-F5344CB8AC3E}">
        <p14:creationId xmlns:p14="http://schemas.microsoft.com/office/powerpoint/2010/main" val="271088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CD55A5-2CF6-ACE3-BC91-3E00B221A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Oh that rugged cross my salvation</a:t>
            </a:r>
            <a:br>
              <a:rPr lang="en-US" dirty="0"/>
            </a:br>
            <a:r>
              <a:rPr lang="en-US" dirty="0"/>
              <a:t>Where Your love poured out over me </a:t>
            </a:r>
          </a:p>
        </p:txBody>
      </p:sp>
    </p:spTree>
    <p:extLst>
      <p:ext uri="{BB962C8B-B14F-4D97-AF65-F5344CB8AC3E}">
        <p14:creationId xmlns:p14="http://schemas.microsoft.com/office/powerpoint/2010/main" val="1185434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870484-542B-77A5-63DA-D33893648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Now my soul cries out hallelujah </a:t>
            </a:r>
            <a:br>
              <a:rPr lang="en-US" dirty="0"/>
            </a:br>
            <a:r>
              <a:rPr lang="en-US" dirty="0"/>
              <a:t>Praise and honor unto Thee</a:t>
            </a:r>
          </a:p>
        </p:txBody>
      </p:sp>
    </p:spTree>
    <p:extLst>
      <p:ext uri="{BB962C8B-B14F-4D97-AF65-F5344CB8AC3E}">
        <p14:creationId xmlns:p14="http://schemas.microsoft.com/office/powerpoint/2010/main" val="418286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925025-3BD9-04B5-F7EB-9119432A5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Sent of heaven, God’s own Son</a:t>
            </a:r>
            <a:br>
              <a:rPr lang="en-US" dirty="0"/>
            </a:br>
            <a:r>
              <a:rPr lang="en-US" dirty="0"/>
              <a:t>To purchase and redeem  </a:t>
            </a:r>
          </a:p>
        </p:txBody>
      </p:sp>
    </p:spTree>
    <p:extLst>
      <p:ext uri="{BB962C8B-B14F-4D97-AF65-F5344CB8AC3E}">
        <p14:creationId xmlns:p14="http://schemas.microsoft.com/office/powerpoint/2010/main" val="2004699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301C75F-3F73-BE22-84EF-7CDE655E5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And reconcile the very ones</a:t>
            </a:r>
            <a:br>
              <a:rPr lang="en-US" dirty="0"/>
            </a:br>
            <a:r>
              <a:rPr lang="en-US" dirty="0"/>
              <a:t>Who nailed Him to that tree  </a:t>
            </a:r>
          </a:p>
        </p:txBody>
      </p:sp>
    </p:spTree>
    <p:extLst>
      <p:ext uri="{BB962C8B-B14F-4D97-AF65-F5344CB8AC3E}">
        <p14:creationId xmlns:p14="http://schemas.microsoft.com/office/powerpoint/2010/main" val="1805174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7B3C22-B82D-FC4A-EF52-091B043C6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Now my debt is paid</a:t>
            </a:r>
            <a:br>
              <a:rPr lang="en-US" dirty="0"/>
            </a:br>
            <a:r>
              <a:rPr lang="en-US" dirty="0"/>
              <a:t>It is paid in full </a:t>
            </a:r>
          </a:p>
        </p:txBody>
      </p:sp>
    </p:spTree>
    <p:extLst>
      <p:ext uri="{BB962C8B-B14F-4D97-AF65-F5344CB8AC3E}">
        <p14:creationId xmlns:p14="http://schemas.microsoft.com/office/powerpoint/2010/main" val="2272933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4C3FAC-5272-DEE6-5FDD-354CFEBF2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By the precious blood</a:t>
            </a:r>
            <a:br>
              <a:rPr lang="en-US" dirty="0"/>
            </a:br>
            <a:r>
              <a:rPr lang="en-US" dirty="0"/>
              <a:t>That my Jesus spilled </a:t>
            </a:r>
          </a:p>
        </p:txBody>
      </p:sp>
    </p:spTree>
    <p:extLst>
      <p:ext uri="{BB962C8B-B14F-4D97-AF65-F5344CB8AC3E}">
        <p14:creationId xmlns:p14="http://schemas.microsoft.com/office/powerpoint/2010/main" val="2345294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78E858-B302-E0AC-242C-9D3031D8E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Now the curse of sin </a:t>
            </a:r>
            <a:br>
              <a:rPr lang="en-US" dirty="0"/>
            </a:br>
            <a:r>
              <a:rPr lang="en-US" dirty="0"/>
              <a:t>Has no hold on me </a:t>
            </a:r>
          </a:p>
        </p:txBody>
      </p:sp>
    </p:spTree>
    <p:extLst>
      <p:ext uri="{BB962C8B-B14F-4D97-AF65-F5344CB8AC3E}">
        <p14:creationId xmlns:p14="http://schemas.microsoft.com/office/powerpoint/2010/main" val="2253744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6B5F34-0B49-AF75-A4C6-6C0C74DC2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Whom the Son sets free </a:t>
            </a:r>
            <a:br>
              <a:rPr lang="en-US" dirty="0"/>
            </a:br>
            <a:r>
              <a:rPr lang="en-US" dirty="0"/>
              <a:t>Oh is free indeed </a:t>
            </a:r>
          </a:p>
        </p:txBody>
      </p:sp>
    </p:spTree>
    <p:extLst>
      <p:ext uri="{BB962C8B-B14F-4D97-AF65-F5344CB8AC3E}">
        <p14:creationId xmlns:p14="http://schemas.microsoft.com/office/powerpoint/2010/main" val="3213991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8B1341-810F-7727-12F1-F8FA03DA8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See the stone is rolled away </a:t>
            </a:r>
            <a:br>
              <a:rPr lang="en-US" dirty="0"/>
            </a:br>
            <a:r>
              <a:rPr lang="en-US" dirty="0"/>
              <a:t>Behold the empty tomb</a:t>
            </a:r>
          </a:p>
        </p:txBody>
      </p:sp>
    </p:spTree>
    <p:extLst>
      <p:ext uri="{BB962C8B-B14F-4D97-AF65-F5344CB8AC3E}">
        <p14:creationId xmlns:p14="http://schemas.microsoft.com/office/powerpoint/2010/main" val="1122319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6901E1-A9F2-995B-43DE-9A46C40A1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Hallelujah, God be praised </a:t>
            </a:r>
            <a:br>
              <a:rPr lang="en-US" dirty="0"/>
            </a:br>
            <a:r>
              <a:rPr lang="en-US" dirty="0"/>
              <a:t>He’s risen from the grave</a:t>
            </a:r>
          </a:p>
        </p:txBody>
      </p:sp>
    </p:spTree>
    <p:extLst>
      <p:ext uri="{BB962C8B-B14F-4D97-AF65-F5344CB8AC3E}">
        <p14:creationId xmlns:p14="http://schemas.microsoft.com/office/powerpoint/2010/main" val="2717865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A6FC62-F0BC-B0E6-A8B2-123F76F0D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73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th All My Heart " id="{C23ABE0B-D8C1-0B47-AE6E-3DFBFA823629}" vid="{7507F442-28A6-1640-BDF7-D6EAFD460CAB}"/>
    </a:ext>
  </a:extLst>
</a:theme>
</file>

<file path=ppt/theme/theme2.xml><?xml version="1.0" encoding="utf-8"?>
<a:theme xmlns:a="http://schemas.openxmlformats.org/drawingml/2006/main" name="IC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th All My Heart " id="{C23ABE0B-D8C1-0B47-AE6E-3DFBFA823629}" vid="{806A6A83-3B32-0844-8C9E-AFA22C92CE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178</Words>
  <Application>Microsoft Macintosh PowerPoint</Application>
  <PresentationFormat>Widescreen</PresentationFormat>
  <Paragraphs>24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ICP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Lee, Ehneeyer</dc:creator>
  <cp:lastModifiedBy>Ryan Moore</cp:lastModifiedBy>
  <cp:revision>2</cp:revision>
  <dcterms:created xsi:type="dcterms:W3CDTF">2026-01-31T03:59:26Z</dcterms:created>
  <dcterms:modified xsi:type="dcterms:W3CDTF">2026-01-31T15:34:03Z</dcterms:modified>
</cp:coreProperties>
</file>