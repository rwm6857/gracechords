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458" r:id="rId2"/>
    <p:sldId id="459" r:id="rId3"/>
    <p:sldId id="460" r:id="rId4"/>
    <p:sldId id="461" r:id="rId5"/>
    <p:sldId id="462" r:id="rId6"/>
    <p:sldId id="463" r:id="rId7"/>
    <p:sldId id="464" r:id="rId8"/>
    <p:sldId id="465" r:id="rId9"/>
    <p:sldId id="466" r:id="rId10"/>
    <p:sldId id="467" r:id="rId11"/>
    <p:sldId id="468" r:id="rId12"/>
    <p:sldId id="469" r:id="rId13"/>
    <p:sldId id="1167" r:id="rId14"/>
    <p:sldId id="1159" r:id="rId15"/>
    <p:sldId id="1160" r:id="rId16"/>
    <p:sldId id="1161" r:id="rId17"/>
    <p:sldId id="1162" r:id="rId18"/>
    <p:sldId id="1163" r:id="rId19"/>
    <p:sldId id="1164" r:id="rId20"/>
    <p:sldId id="1165" r:id="rId21"/>
    <p:sldId id="1166" r:id="rId22"/>
    <p:sldId id="479" r:id="rId23"/>
    <p:sldId id="480" r:id="rId24"/>
    <p:sldId id="481" r:id="rId25"/>
    <p:sldId id="482" r:id="rId26"/>
    <p:sldId id="1168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A5773-4AB0-4980-9099-7C16440AE36B}" type="datetimeFigureOut">
              <a:rPr lang="ko-KR" altLang="en-US" smtClean="0"/>
              <a:t>2026. 3. 6.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31619-B64D-46E7-94F2-DFCBBC997E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73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050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태초부터 계신 그 말씀 
지극히 높으신 주</a:t>
            </a:r>
          </a:p>
          <a:p>
            <a:r>
              <a:rPr lang="en-US" altLang="ko-KR"/>
              <a:t>You were the Word at the beginning 
One With God the Lord Most High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862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만물을 창조하신 영광 
하나님의 독생자</a:t>
            </a:r>
          </a:p>
          <a:p>
            <a:r>
              <a:rPr lang="en-US" altLang="ko-KR"/>
              <a:t>Your hidden glory in creation 
Now revealed in You our Christ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778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아름다운 이름 예수 
아름다운 이름 예수</a:t>
            </a:r>
          </a:p>
          <a:p>
            <a:r>
              <a:rPr lang="en-US" altLang="ko-KR"/>
              <a:t>What a beautiful Name it is 
What a beautiful Name it is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272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나의 왕 예수 메시야</a:t>
            </a:r>
          </a:p>
          <a:p>
            <a:r>
              <a:rPr lang="en-US" altLang="ko-KR"/>
              <a:t>The Name of Jesus Christ 
my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32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아름다운 이름 예수 
비교할 수 없네</a:t>
            </a:r>
          </a:p>
          <a:p>
            <a:r>
              <a:rPr lang="en-US" altLang="ko-KR"/>
              <a:t>What a beautiful Name it is 
Nothing compares to this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470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아름다운 주의 이름 
예수 예슈아</a:t>
            </a:r>
          </a:p>
          <a:p>
            <a:r>
              <a:rPr lang="en-US" altLang="ko-KR"/>
              <a:t>What a beautiful Name it is, 
Jesus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887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우리 죄보다 크신 사랑 
그 무엇도 끊지 못해</a:t>
            </a:r>
          </a:p>
          <a:p>
            <a:r>
              <a:rPr lang="en-US" altLang="ko-KR"/>
              <a:t>You didn't want heaven without us 
So Jesus, You brought heaven down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943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천국에 가득한 새 노래 
온 땅 가득 울리네</a:t>
            </a:r>
          </a:p>
          <a:p>
            <a:r>
              <a:rPr lang="en-US" altLang="ko-KR"/>
              <a:t>My sin was great, </a:t>
            </a:r>
            <a:br>
              <a:rPr lang="en-US" altLang="ko-KR"/>
            </a:br>
            <a:r>
              <a:rPr lang="en-US" altLang="ko-KR"/>
              <a:t>Your love was greater 
What could separate us now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602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위대하신 이름 예수 
위대하신 이름 예수</a:t>
            </a:r>
          </a:p>
          <a:p>
            <a:r>
              <a:rPr lang="en-US" altLang="ko-KR"/>
              <a:t>What a wonderful Name it is 
What a wonderful Name it is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983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나의 왕 예수 메시야</a:t>
            </a:r>
          </a:p>
          <a:p>
            <a:r>
              <a:rPr lang="en-US" altLang="ko-KR"/>
              <a:t>The Name of Jesus Christ 
my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68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위대하신 이름 예수 
비교할 수 없네</a:t>
            </a:r>
          </a:p>
          <a:p>
            <a:r>
              <a:rPr lang="en-US" altLang="ko-KR"/>
              <a:t>What a wonderful Name it is 
Nothing compares to this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824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위대하신 주의 이름
예수 예슈아</a:t>
            </a:r>
          </a:p>
          <a:p>
            <a:r>
              <a:rPr lang="en-US" altLang="ko-KR"/>
              <a:t>What a wonderful Name it is, 
Jesus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446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죽음 이기신 능력의 주님</a:t>
            </a:r>
          </a:p>
          <a:p>
            <a:r>
              <a:rPr lang="en-US" altLang="ko-KR"/>
              <a:t>Death could not hold You, 
the veil tore before You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153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사망 권세 깨뜨리네</a:t>
            </a:r>
          </a:p>
          <a:p>
            <a:r>
              <a:rPr lang="en-US" altLang="ko-KR" dirty="0"/>
              <a:t>You silenced the boast of 
sin and grave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335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온 땅 울리는 승리의 함성</a:t>
            </a:r>
          </a:p>
          <a:p>
            <a:r>
              <a:rPr lang="en-US" altLang="ko-KR"/>
              <a:t>The heavens are roaring, 
the praise of Your glory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905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부활하신 주 찬양해</a:t>
            </a:r>
          </a:p>
          <a:p>
            <a:r>
              <a:rPr lang="en-US" altLang="ko-KR"/>
              <a:t>For You are raised to life again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132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모든 원수들 주 보좌 앞에</a:t>
            </a:r>
          </a:p>
          <a:p>
            <a:r>
              <a:rPr lang="en-US" altLang="ko-KR"/>
              <a:t>You have no rival, 
You have no equal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907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무릎 꿇고 굴복하네</a:t>
            </a:r>
          </a:p>
          <a:p>
            <a:r>
              <a:rPr lang="en-US" altLang="ko-KR"/>
              <a:t>Now and forever 
God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417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온 땅 가득한 주님의 영광</a:t>
            </a:r>
          </a:p>
          <a:p>
            <a:r>
              <a:rPr lang="en-US" altLang="ko-KR"/>
              <a:t>Yours is the Kingdom, 
Yours is the glory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868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모든 민족 찬양하네</a:t>
            </a:r>
          </a:p>
          <a:p>
            <a:r>
              <a:rPr lang="en-US" altLang="ko-KR"/>
              <a:t>Yours is the Name 
above all names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782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위대하신 이름 예수 
아름다운 이름 예수</a:t>
            </a:r>
          </a:p>
          <a:p>
            <a:r>
              <a:rPr lang="en-US" altLang="ko-KR"/>
              <a:t>What a powerful Name it is 
What a powerful Name it is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8004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나의 왕 예수 메시야</a:t>
            </a:r>
          </a:p>
          <a:p>
            <a:r>
              <a:rPr lang="en-US" altLang="ko-KR"/>
              <a:t>The Name of Jesus Christ 
my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511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위대하신 이름 예수 
비교할 수 없네</a:t>
            </a:r>
          </a:p>
          <a:p>
            <a:r>
              <a:rPr lang="en-US" altLang="ko-KR"/>
              <a:t>What a powerful Name it is
Nothing can stand against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831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아름다운 주의 이름 
예수 예슈아</a:t>
            </a:r>
          </a:p>
          <a:p>
            <a:r>
              <a:rPr lang="en-US" altLang="ko-KR"/>
              <a:t>What a beautiful Name it is
Jesus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0404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아름다운 주의 이름 
예수 예슈아</a:t>
            </a:r>
          </a:p>
          <a:p>
            <a:r>
              <a:rPr lang="en-US" altLang="ko-KR"/>
              <a:t>What a beautiful Name it is
Jesus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59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국청컨용 슬라이드 마스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-992" y="666659"/>
            <a:ext cx="12193984" cy="2160000"/>
          </a:xfrm>
        </p:spPr>
        <p:txBody>
          <a:bodyPr anchor="b">
            <a:normAutofit/>
          </a:bodyPr>
          <a:lstStyle>
            <a:lvl1pPr marL="0" indent="0" algn="ctr" latinLnBrk="0">
              <a:lnSpc>
                <a:spcPct val="90000"/>
              </a:lnSpc>
              <a:spcBef>
                <a:spcPts val="0"/>
              </a:spcBef>
              <a:buNone/>
              <a:defRPr sz="5867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#2 English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971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40A0-3E67-4FB7-BA7E-EAF0C0E0891D}" type="datetimeFigureOut">
              <a:rPr lang="ko-KR" altLang="en-US" smtClean="0"/>
              <a:t>2026. 3. 6.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F8A6-1623-4D78-BE77-A71F09F473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3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F96818F-E800-46ED-8D2D-56F59CFA401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BE706D-A719-4179-990A-845403C84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태초부터 계신 그 말씀 
지극히 높으신 주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were the Word at the beginning 
One with God the Lord Most High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만물을 창조하신 영광 
하나님의 독생자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Your hidden glory in creation 
Now revealed in you our Christ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아름다운 이름 예수 
아름다운 이름 예수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beautiful name it is 
What a beautiful name it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/>
          <a:lstStyle/>
          <a:p>
            <a:r>
              <a:rPr lang="ko-KR" altLang="en-US"/>
              <a:t>나의 왕 예수 메시야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name of Jesus Christ my 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아름다운 이름 예수 
비교할 수 없네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beautiful name it is 
Nothing compares to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아름다운 주의 이름 
예수 예슈아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beautiful name it is 
The name of Jesus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우리 죄보다 크신 사랑 
그 무엇도 끊지 못해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didn't want heaven without us 
So Jesus, you brought heaven 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천국에 가득한 새 노래 
온 땅 가득 울리네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My sin was great, your love was greater 
What could separate us 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위대하신 이름 예수 
위대하신 이름 예수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wonderful name it is 
What a wonderful name it 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/>
          <a:lstStyle/>
          <a:p>
            <a:r>
              <a:rPr lang="ko-KR" altLang="en-US"/>
              <a:t>나의 왕 예수 메시야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name of Jesus Christ my 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위대하신 이름 예수 
비교할 수 없네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wonderful name it is 
Nothing compares to this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위대하신 주의 이름
예수 예슈아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wonderful name it is 
The name of Jesus</a:t>
            </a:r>
          </a:p>
        </p:txBody>
      </p:sp>
    </p:spTree>
    <p:extLst>
      <p:ext uri="{BB962C8B-B14F-4D97-AF65-F5344CB8AC3E}">
        <p14:creationId xmlns:p14="http://schemas.microsoft.com/office/powerpoint/2010/main" val="314642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/>
              <a:t>죽음 이기신 능력의 주님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Death could not hold you 
The veil tore before you</a:t>
            </a:r>
          </a:p>
        </p:txBody>
      </p:sp>
    </p:spTree>
    <p:extLst>
      <p:ext uri="{BB962C8B-B14F-4D97-AF65-F5344CB8AC3E}">
        <p14:creationId xmlns:p14="http://schemas.microsoft.com/office/powerpoint/2010/main" val="331728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사망 권세 깨뜨리네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silenced the boast of sin and grave</a:t>
            </a:r>
          </a:p>
        </p:txBody>
      </p:sp>
    </p:spTree>
    <p:extLst>
      <p:ext uri="{BB962C8B-B14F-4D97-AF65-F5344CB8AC3E}">
        <p14:creationId xmlns:p14="http://schemas.microsoft.com/office/powerpoint/2010/main" val="1244747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 dirty="0"/>
              <a:t>온 땅 울리는 승리의 함성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heavens are roaring
The praise of your glory</a:t>
            </a:r>
          </a:p>
        </p:txBody>
      </p:sp>
    </p:spTree>
    <p:extLst>
      <p:ext uri="{BB962C8B-B14F-4D97-AF65-F5344CB8AC3E}">
        <p14:creationId xmlns:p14="http://schemas.microsoft.com/office/powerpoint/2010/main" val="356744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/>
              <a:t>부활하신 주 찬양해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For you are raised to life again</a:t>
            </a:r>
          </a:p>
        </p:txBody>
      </p:sp>
    </p:spTree>
    <p:extLst>
      <p:ext uri="{BB962C8B-B14F-4D97-AF65-F5344CB8AC3E}">
        <p14:creationId xmlns:p14="http://schemas.microsoft.com/office/powerpoint/2010/main" val="4039529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/>
              <a:t>모든 원수들 주 보좌 앞에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have no rival 
You have no equal</a:t>
            </a:r>
          </a:p>
        </p:txBody>
      </p:sp>
    </p:spTree>
    <p:extLst>
      <p:ext uri="{BB962C8B-B14F-4D97-AF65-F5344CB8AC3E}">
        <p14:creationId xmlns:p14="http://schemas.microsoft.com/office/powerpoint/2010/main" val="2087363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/>
              <a:t>무릎 꿇고 굴복하네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Now and forever God you reign</a:t>
            </a:r>
          </a:p>
        </p:txBody>
      </p:sp>
    </p:spTree>
    <p:extLst>
      <p:ext uri="{BB962C8B-B14F-4D97-AF65-F5344CB8AC3E}">
        <p14:creationId xmlns:p14="http://schemas.microsoft.com/office/powerpoint/2010/main" val="1489980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/>
              <a:t>온 땅 가득한 주님의 영광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Yours is the kingdom </a:t>
            </a:r>
          </a:p>
          <a:p>
            <a:r>
              <a:rPr lang="en-US" dirty="0"/>
              <a:t>Yours is the glory</a:t>
            </a:r>
          </a:p>
        </p:txBody>
      </p:sp>
    </p:spTree>
    <p:extLst>
      <p:ext uri="{BB962C8B-B14F-4D97-AF65-F5344CB8AC3E}">
        <p14:creationId xmlns:p14="http://schemas.microsoft.com/office/powerpoint/2010/main" val="3981724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800"/>
              <a:t>모든 민족 찬양하네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Yours is the name above all names</a:t>
            </a:r>
          </a:p>
        </p:txBody>
      </p:sp>
    </p:spTree>
    <p:extLst>
      <p:ext uri="{BB962C8B-B14F-4D97-AF65-F5344CB8AC3E}">
        <p14:creationId xmlns:p14="http://schemas.microsoft.com/office/powerpoint/2010/main" val="1632931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위대하신 이름 예수 
아름다운 이름 예수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powerful name it is 
What a powerful name it 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/>
              <a:t>나의 왕 예수 메시야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name of Jesus Christ my 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4400"/>
              <a:t>위대하신 이름 예수 
비교할 수 없네</a:t>
            </a:r>
            <a:endParaRPr lang="ko-KR" alt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powerful name it is
Nothing can stand against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아름다운 주의 이름 
예수 예슈아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powerful name it is
The name of Jesus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아름다운 주의 이름 
예수 예슈아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 beautiful name it is
Jesus </a:t>
            </a:r>
            <a:r>
              <a:rPr lang="en-US" dirty="0" err="1"/>
              <a:t>Yeshua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085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830</Words>
  <Application>Microsoft Macintosh PowerPoint</Application>
  <PresentationFormat>Widescreen</PresentationFormat>
  <Paragraphs>127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1_Office 테마</vt:lpstr>
      <vt:lpstr>PowerPoint Presentation</vt:lpstr>
      <vt:lpstr>태초부터 계신 그 말씀 
지극히 높으신 주</vt:lpstr>
      <vt:lpstr>만물을 창조하신 영광 
하나님의 독생자</vt:lpstr>
      <vt:lpstr>아름다운 이름 예수 
아름다운 이름 예수</vt:lpstr>
      <vt:lpstr>나의 왕 예수 메시야</vt:lpstr>
      <vt:lpstr>아름다운 이름 예수 
비교할 수 없네</vt:lpstr>
      <vt:lpstr>아름다운 주의 이름 
예수 예슈아</vt:lpstr>
      <vt:lpstr>우리 죄보다 크신 사랑 
그 무엇도 끊지 못해</vt:lpstr>
      <vt:lpstr>천국에 가득한 새 노래 
온 땅 가득 울리네</vt:lpstr>
      <vt:lpstr>위대하신 이름 예수 
위대하신 이름 예수</vt:lpstr>
      <vt:lpstr>나의 왕 예수 메시야</vt:lpstr>
      <vt:lpstr>위대하신 이름 예수 
비교할 수 없네</vt:lpstr>
      <vt:lpstr>위대하신 주의 이름
예수 예슈아</vt:lpstr>
      <vt:lpstr>죽음 이기신 능력의 주님</vt:lpstr>
      <vt:lpstr>사망 권세 깨뜨리네</vt:lpstr>
      <vt:lpstr>온 땅 울리는 승리의 함성</vt:lpstr>
      <vt:lpstr>부활하신 주 찬양해</vt:lpstr>
      <vt:lpstr>모든 원수들 주 보좌 앞에</vt:lpstr>
      <vt:lpstr>무릎 꿇고 굴복하네</vt:lpstr>
      <vt:lpstr>온 땅 가득한 주님의 영광</vt:lpstr>
      <vt:lpstr>모든 민족 찬양하네</vt:lpstr>
      <vt:lpstr>위대하신 이름 예수 
아름다운 이름 예수</vt:lpstr>
      <vt:lpstr>나의 왕 예수 메시야</vt:lpstr>
      <vt:lpstr>위대하신 이름 예수 
비교할 수 없네</vt:lpstr>
      <vt:lpstr>아름다운 주의 이름 
예수 예슈아</vt:lpstr>
      <vt:lpstr>아름다운 주의 이름 
예수 예슈아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Il Park</dc:creator>
  <cp:lastModifiedBy>Ryan Moore</cp:lastModifiedBy>
  <cp:revision>10</cp:revision>
  <dcterms:created xsi:type="dcterms:W3CDTF">2020-02-08T19:25:32Z</dcterms:created>
  <dcterms:modified xsi:type="dcterms:W3CDTF">2026-03-06T22:38:55Z</dcterms:modified>
</cp:coreProperties>
</file>