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01"/>
    <p:restoredTop sz="95781"/>
  </p:normalViewPr>
  <p:slideViewPr>
    <p:cSldViewPr snapToGrid="0">
      <p:cViewPr varScale="1">
        <p:scale>
          <a:sx n="69" d="100"/>
          <a:sy n="69" d="100"/>
        </p:scale>
        <p:origin x="21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0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7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3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2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9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8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2A6-3A14-6084-13DA-F2A36545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43D5-418F-7032-8560-CC6E5561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48B2-12F6-2346-82F6-98146549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8A13C-1CE1-A08D-8946-6734EA84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603F-CAE1-58BE-D426-6B79D694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3315-D24A-A11B-CFA3-D0BE4A91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75A7-D28E-050E-C4CB-3B69528F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45B7-19E4-11C2-112B-BC01231E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3303-48D0-B635-5CCA-EC9B3E90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ACDBB-BBDD-A7F6-F6F1-B98EB87F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0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ship 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053D-9F6E-C133-E14A-72B4A6AF8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318052"/>
            <a:ext cx="12192000" cy="2852531"/>
          </a:xfrm>
        </p:spPr>
        <p:txBody>
          <a:bodyPr anchor="b">
            <a:normAutofit/>
          </a:bodyPr>
          <a:lstStyle>
            <a:lvl1pPr marL="0" indent="0" algn="ctr">
              <a:buNone/>
              <a:defRPr sz="5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Lyrics Line 1</a:t>
            </a:r>
          </a:p>
          <a:p>
            <a:pPr lvl="0"/>
            <a:r>
              <a:rPr lang="en-US" dirty="0"/>
              <a:t>Lyrics Line 2</a:t>
            </a:r>
          </a:p>
        </p:txBody>
      </p:sp>
    </p:spTree>
    <p:extLst>
      <p:ext uri="{BB962C8B-B14F-4D97-AF65-F5344CB8AC3E}">
        <p14:creationId xmlns:p14="http://schemas.microsoft.com/office/powerpoint/2010/main" val="1535831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D9B1-F0F0-8509-BCCA-89524854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8869B-212B-46C6-7020-49BCF722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1248-7427-23AF-3FFE-470FDD81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C72D-3D3A-5031-287D-51055111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C6CF9-7681-48BA-3007-E59F241D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3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7F25-3340-01D4-66A4-3BDA0A55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3E31-9FB9-59CC-2990-5351E7A1A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F422E-CE09-370D-6519-01ADD58D5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6373-234D-C0F4-E2BC-A5C0C863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81C41-2543-AC24-5427-999CDADB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88EE-293F-2EBC-D555-8BC8C746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97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C5EC-7A7A-B639-6D5B-E4F77FA7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B130-5324-F26E-8B3A-2C2D5D20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70813-2F71-2AB8-780A-AEF26E8CB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88583-0BFA-DF8F-E6D6-E67C7B344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DCDD5-1C6E-D19A-B521-8B0A7A5B7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AB766-0548-7E61-BF2F-066E25CA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C0E53-08F5-BD51-84C2-2EC4D324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F2E1B-DC3F-724A-79D3-BECA207C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56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A4D3-0376-F74F-1178-E0E19452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99C48-033A-32BE-33D9-18E34EF3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C7996-CAC3-4BF1-94EC-0F88B2D1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F0D4-4694-48FB-BBDE-6B15CC01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40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4417D-A2BA-08B6-A08C-281A1C89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B8C5F-DDE3-F7B8-3D7D-3B666146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25E69-017D-D099-AE57-5BB60A23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93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E6CA-CFAD-40BD-B7E6-8BA87ED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F778-9F7F-4E81-D904-379CEC85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B9971-6807-1624-748C-81A8AD235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105C-AFF0-FDF1-E144-7126628D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61DDC-C907-A5EC-4C1F-E577A695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03AD2-BE90-7B93-419C-532F47F1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6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17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EB563-F947-A9E4-F83A-32F575EE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C23E7-3A73-78AC-68F7-6CE4CBBA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AE036-3A14-0B98-3CB3-ED2E82265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BF14-2416-7C12-5514-CDDF9C67B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0C7-5EE3-A85A-4ED5-96B4F8EE2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6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FC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CC2-F526-E64D-E22C-6599042E9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E10A-0A44-E51C-049B-4329B7CE6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7F7C-D41A-BACE-3548-3CC5E94D6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854080"/>
            <a:ext cx="12192000" cy="2852531"/>
          </a:xfrm>
        </p:spPr>
        <p:txBody>
          <a:bodyPr/>
          <a:lstStyle/>
          <a:p>
            <a:r>
              <a:rPr lang="en-US" dirty="0">
                <a:effectLst/>
              </a:rPr>
              <a:t>Into Your hands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I commit again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5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BCFCD8-BED3-0F1B-12AB-B7F5B166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With all I am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For You Lord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29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0B9F5-F888-CA26-F053-DD9C1505B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You hold my world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In the palm of Your hand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8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CD55A5-2CF6-ACE3-BC91-3E00B221A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And I am Yours forever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43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70484-542B-77A5-63DA-D3389364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I'll walk with You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Wherever You 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6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25025-3BD9-04B5-F7EB-9119432A5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Through tears and joy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I'll trust in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69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1C75F-3F73-BE22-84EF-7CDE655E5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And I will live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In all of Your 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7B3C22-B82D-FC4A-EF52-091B043C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Your promises forever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933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4C3FAC-5272-DEE6-5FDD-354CFEBF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Jesus I believe in You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Jesus I belong to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294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78E858-B302-E0AC-242C-9D3031D8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You're the reason that I live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The reason that I 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744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B5F34-0B49-AF75-A4C6-6C0C74DC2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With all I 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991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8B1341-810F-7727-12F1-F8FA03DA8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 will worship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I will worship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1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A6FC62-F0BC-B0E6-A8B2-123F76F0D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7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th All My Heart " id="{C23ABE0B-D8C1-0B47-AE6E-3DFBFA823629}" vid="{7507F442-28A6-1640-BDF7-D6EAFD460CAB}"/>
    </a:ext>
  </a:extLst>
</a:theme>
</file>

<file path=ppt/theme/theme2.xml><?xml version="1.0" encoding="utf-8"?>
<a:theme xmlns:a="http://schemas.openxmlformats.org/drawingml/2006/main" name="IC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th All My Heart " id="{C23ABE0B-D8C1-0B47-AE6E-3DFBFA823629}" vid="{806A6A83-3B32-0844-8C9E-AFA22C92CE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97</Words>
  <Application>Microsoft Macintosh PowerPoint</Application>
  <PresentationFormat>Widescreen</PresentationFormat>
  <Paragraphs>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ICP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Ehneeyer</dc:creator>
  <cp:lastModifiedBy>Ryan Moore</cp:lastModifiedBy>
  <cp:revision>2</cp:revision>
  <dcterms:created xsi:type="dcterms:W3CDTF">2026-01-31T04:22:50Z</dcterms:created>
  <dcterms:modified xsi:type="dcterms:W3CDTF">2026-01-31T15:34:28Z</dcterms:modified>
</cp:coreProperties>
</file>