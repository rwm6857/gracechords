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709" r:id="rId2"/>
    <p:sldId id="710" r:id="rId3"/>
    <p:sldId id="711" r:id="rId4"/>
    <p:sldId id="712" r:id="rId5"/>
    <p:sldId id="713" r:id="rId6"/>
    <p:sldId id="714" r:id="rId7"/>
    <p:sldId id="715" r:id="rId8"/>
    <p:sldId id="716" r:id="rId9"/>
    <p:sldId id="717" r:id="rId10"/>
    <p:sldId id="718" r:id="rId11"/>
    <p:sldId id="719" r:id="rId12"/>
    <p:sldId id="72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18B7AC-B73E-4152-A18A-FCB653AC65FB}" type="datetimeFigureOut">
              <a:rPr lang="ko-KR" altLang="en-US" smtClean="0"/>
              <a:t>2026. 2. 9.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334E7-32BA-4416-80F8-91202A81D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768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0080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주님이 홀로 가신 그 길
나도 따라가오</a:t>
            </a:r>
          </a:p>
          <a:p>
            <a:r>
              <a:rPr lang="en-US" altLang="ko-KR"/>
              <a:t>Jesus, You walked on a lonely road
I will also follow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920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모든 물과 피를 흘리신
그 길을 나도 가오</a:t>
            </a:r>
          </a:p>
          <a:p>
            <a:r>
              <a:rPr lang="en-US" altLang="ko-KR"/>
              <a:t>How you shed your blood
upon the cross
Down that path I also will go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2613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험한 산도 나는 괜찮소
바다 끝이라도 나는 괜찮소</a:t>
            </a:r>
          </a:p>
          <a:p>
            <a:r>
              <a:rPr lang="en-US" altLang="ko-KR"/>
              <a:t>Great mountains suffering I will face
Endless seas deep waters
I will also face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9399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죽어가는 저들을 위해
나를 버리길 바라오</a:t>
            </a:r>
          </a:p>
          <a:p>
            <a:r>
              <a:rPr lang="en-US" altLang="ko-KR"/>
              <a:t>For the lost and broken to return
I will gladly lay down my life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530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아버지 나를 보내주오
나는 달려가겠소</a:t>
            </a:r>
          </a:p>
          <a:p>
            <a:r>
              <a:rPr lang="en-US" altLang="ko-KR"/>
              <a:t>Father God, I cry, 
"Would you send me?"
I will run to where You lead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747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목숨도 아끼지 않겠소
나를 보내주오</a:t>
            </a:r>
          </a:p>
          <a:p>
            <a:r>
              <a:rPr lang="en-US" altLang="ko-KR"/>
              <a:t>My own life 
I will not seek nor spare
Would you send me, my Lord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094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세상이 나를 미워해도
나는 사랑하겠소</a:t>
            </a:r>
          </a:p>
          <a:p>
            <a:r>
              <a:rPr lang="en-US" altLang="ko-KR"/>
              <a:t>Though this world 
may hate me ‘cause of You
I will love them as You do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167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세상을 구원한 십자가
나도 따라가오</a:t>
            </a:r>
          </a:p>
          <a:p>
            <a:r>
              <a:rPr lang="en-US" altLang="ko-KR"/>
              <a:t>To save the world You died 
upon the cross
I will also follow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695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생명을 버리면서까지
나를 사랑한 당신</a:t>
            </a:r>
          </a:p>
          <a:p>
            <a:r>
              <a:rPr lang="en-US" altLang="ko-KR"/>
              <a:t>To the point of laying down Your life
You loved us with all Your might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2043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작은 나를 받아주오
나도 사랑하오</a:t>
            </a:r>
          </a:p>
          <a:p>
            <a:r>
              <a:rPr lang="en-US" altLang="ko-KR"/>
              <a:t>Would You take my life
and make it Yours
For I love You, my Lord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3784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나도 사랑하오</a:t>
            </a:r>
          </a:p>
          <a:p>
            <a:r>
              <a:rPr lang="en-US" altLang="ko-KR"/>
              <a:t>For I love You, my Lord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99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국청컨용 슬라이드 마스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-992" y="666659"/>
            <a:ext cx="12193984" cy="2160000"/>
          </a:xfrm>
        </p:spPr>
        <p:txBody>
          <a:bodyPr anchor="b">
            <a:normAutofit/>
          </a:bodyPr>
          <a:lstStyle>
            <a:lvl1pPr marL="0" indent="0" algn="ctr" latinLnBrk="0">
              <a:lnSpc>
                <a:spcPct val="90000"/>
              </a:lnSpc>
              <a:spcBef>
                <a:spcPts val="0"/>
              </a:spcBef>
              <a:buNone/>
              <a:defRPr sz="5867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#2 English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78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940A0-3E67-4FB7-BA7E-EAF0C0E0891D}" type="datetimeFigureOut">
              <a:rPr lang="ko-KR" altLang="en-US" smtClean="0"/>
              <a:t>2026. 2. 9.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6F8A6-1623-4D78-BE77-A71F09F473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18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178A3C-D726-44DB-8785-21AA80BE7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Jesus, you walked on a lonely road
You </a:t>
            </a:r>
            <a:r>
              <a:rPr lang="en-US"/>
              <a:t>bore every </a:t>
            </a:r>
            <a:r>
              <a:rPr lang="en-US" dirty="0"/>
              <a:t>sin and shame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How you shed your blood upon the cross
Down that path I also will 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5000" dirty="0"/>
              <a:t>Though suffering comes I will follow you</a:t>
            </a:r>
          </a:p>
          <a:p>
            <a:r>
              <a:rPr lang="en-US" sz="5000" dirty="0"/>
              <a:t>Through seas and mountains I will follow you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For the lost and broken to return
I will gladly lay down my life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Father God, I cry, "Would you send me?"
I will run to where you lead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My whole life I give it all to you
Would you send me, my Lord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4900" dirty="0"/>
              <a:t>Though this world will hate me for your name
I will love them as you 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5200" dirty="0"/>
              <a:t>To save the world, you died upon that cross
I will follow you Lord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To the point of laying down your life
You displayed your love for 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Would You take my life and make it yours
For I love you, my Lord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For I love you</a:t>
            </a:r>
            <a:r>
              <a:rPr lang="en-US" dirty="0"/>
              <a:t>, my Lord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429</Words>
  <Application>Microsoft Macintosh PowerPoint</Application>
  <PresentationFormat>Widescreen</PresentationFormat>
  <Paragraphs>46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1_Office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Il Park</dc:creator>
  <cp:lastModifiedBy>Ryan Moore</cp:lastModifiedBy>
  <cp:revision>9</cp:revision>
  <dcterms:created xsi:type="dcterms:W3CDTF">2020-02-08T19:37:59Z</dcterms:created>
  <dcterms:modified xsi:type="dcterms:W3CDTF">2026-02-10T02:24:01Z</dcterms:modified>
</cp:coreProperties>
</file>