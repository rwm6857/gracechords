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0" r:id="rId1"/>
  </p:sldMasterIdLst>
  <p:notesMasterIdLst>
    <p:notesMasterId r:id="rId13"/>
  </p:notesMasterIdLst>
  <p:sldIdLst>
    <p:sldId id="2977" r:id="rId2"/>
    <p:sldId id="2978" r:id="rId3"/>
    <p:sldId id="2979" r:id="rId4"/>
    <p:sldId id="2980" r:id="rId5"/>
    <p:sldId id="2981" r:id="rId6"/>
    <p:sldId id="2982" r:id="rId7"/>
    <p:sldId id="2983" r:id="rId8"/>
    <p:sldId id="2984" r:id="rId9"/>
    <p:sldId id="2985" r:id="rId10"/>
    <p:sldId id="2986" r:id="rId11"/>
    <p:sldId id="298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94"/>
  </p:normalViewPr>
  <p:slideViewPr>
    <p:cSldViewPr snapToGrid="0">
      <p:cViewPr>
        <p:scale>
          <a:sx n="13" d="100"/>
          <a:sy n="13" d="100"/>
        </p:scale>
        <p:origin x="4600" y="2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7F9C8F-0A79-274B-A211-F42E7AB82DCC}" type="datetimeFigureOut">
              <a:rPr lang="en-US" smtClean="0"/>
              <a:t>2/9/26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2FF99D-D529-9B41-A95E-EA5EFC10A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939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 </a:t>
            </a:r>
          </a:p>
          <a:p>
            <a:r>
              <a:rPr lang="ko-KR" altLang="en-US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9295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주는 나의 빛
나의 구원의 반석</a:t>
            </a:r>
          </a:p>
          <a:p>
            <a:r>
              <a:rPr lang="en-US" altLang="ko-KR"/>
              <a:t>Jesus, you're the light
You're the rock on which I stand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94859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주님 안에 소망 있네</a:t>
            </a:r>
          </a:p>
          <a:p>
            <a:r>
              <a:rPr lang="en-US" altLang="ko-KR"/>
              <a:t>Only in you,
Lord there is hope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77550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나의 모든 죄
허물 용서하셨네</a:t>
            </a:r>
          </a:p>
          <a:p>
            <a:r>
              <a:rPr lang="en-US" altLang="ko-KR"/>
              <a:t>Every sin and stain
You have wholly washed away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09532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찬양하리 오직 예수</a:t>
            </a:r>
          </a:p>
          <a:p>
            <a:r>
              <a:rPr lang="en-US" altLang="ko-KR"/>
              <a:t>I will praise you,
only Jesus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55504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위대한 나의 구원자
다시 사신 영광의 주</a:t>
            </a:r>
          </a:p>
          <a:p>
            <a:r>
              <a:rPr lang="en-US" altLang="ko-KR"/>
              <a:t>Great are you Lord, 
my God who saves
The risen, glorious King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75006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저 원수의 머리를
깨뜨린 승리의 왕</a:t>
            </a:r>
          </a:p>
          <a:p>
            <a:r>
              <a:rPr lang="en-US" altLang="ko-KR"/>
              <a:t>The enemy's head has been
crushed by the Lamb
who was slain!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59061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찬송과 존귀와 영광
다시 오실 어린 양께</a:t>
            </a:r>
          </a:p>
          <a:p>
            <a:r>
              <a:rPr lang="en-US" altLang="ko-KR"/>
              <a:t>All glory to the Lamb of God
Who has come and 
will come again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9201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온 땅과 하늘이 다 경배해
오직 예수</a:t>
            </a:r>
          </a:p>
          <a:p>
            <a:r>
              <a:rPr lang="en-US" altLang="ko-KR"/>
              <a:t>All heaven and earth
will exalt you Lord, only Jesus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2764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두렴 전혀 없네
나의 힘과 능력 되신 주</a:t>
            </a:r>
          </a:p>
          <a:p>
            <a:r>
              <a:rPr lang="en-US" altLang="ko-KR"/>
              <a:t>All fear has been vanquished,
In the strength 
and the power of my God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08244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오직 믿음으로
세상을 이기리라</a:t>
            </a:r>
          </a:p>
          <a:p>
            <a:r>
              <a:rPr lang="en-US" altLang="ko-KR"/>
              <a:t>By faith, I will rise up
Darkness I will overcome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7869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국청컨용 슬라이드 마스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/>
          <p:cNvSpPr>
            <a:spLocks noGrp="1"/>
          </p:cNvSpPr>
          <p:nvPr>
            <p:ph type="body" sz="quarter" idx="10" hasCustomPrompt="1"/>
          </p:nvPr>
        </p:nvSpPr>
        <p:spPr>
          <a:xfrm>
            <a:off x="-7956" y="858676"/>
            <a:ext cx="12193984" cy="2160000"/>
          </a:xfrm>
        </p:spPr>
        <p:txBody>
          <a:bodyPr anchor="ctr">
            <a:normAutofit/>
          </a:bodyPr>
          <a:lstStyle>
            <a:lvl1pPr marL="0" indent="0" algn="ctr" latinLnBrk="0">
              <a:spcBef>
                <a:spcPts val="0"/>
              </a:spcBef>
              <a:buNone/>
              <a:defRPr sz="54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#2 English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75328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9940A0-3E67-4FB7-BA7E-EAF0C0E0891D}" type="datetimeFigureOut">
              <a:rPr lang="ko-KR" altLang="en-US" smtClean="0"/>
              <a:t>2026. 2. 9.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16F8A6-1623-4D78-BE77-A71F09F473B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액자 6"/>
          <p:cNvSpPr/>
          <p:nvPr userDrawn="1"/>
        </p:nvSpPr>
        <p:spPr>
          <a:xfrm>
            <a:off x="-29478219" y="-14272267"/>
            <a:ext cx="73584635" cy="47032173"/>
          </a:xfrm>
          <a:custGeom>
            <a:avLst/>
            <a:gdLst>
              <a:gd name="connsiteX0" fmla="*/ 0 w 37228136"/>
              <a:gd name="connsiteY0" fmla="*/ 0 h 37591664"/>
              <a:gd name="connsiteX1" fmla="*/ 37228136 w 37228136"/>
              <a:gd name="connsiteY1" fmla="*/ 0 h 37591664"/>
              <a:gd name="connsiteX2" fmla="*/ 37228136 w 37228136"/>
              <a:gd name="connsiteY2" fmla="*/ 37591664 h 37591664"/>
              <a:gd name="connsiteX3" fmla="*/ 0 w 37228136"/>
              <a:gd name="connsiteY3" fmla="*/ 37591664 h 37591664"/>
              <a:gd name="connsiteX4" fmla="*/ 0 w 37228136"/>
              <a:gd name="connsiteY4" fmla="*/ 0 h 37591664"/>
              <a:gd name="connsiteX5" fmla="*/ 13754679 w 37228136"/>
              <a:gd name="connsiteY5" fmla="*/ 13754679 h 37591664"/>
              <a:gd name="connsiteX6" fmla="*/ 13754679 w 37228136"/>
              <a:gd name="connsiteY6" fmla="*/ 23836985 h 37591664"/>
              <a:gd name="connsiteX7" fmla="*/ 23473457 w 37228136"/>
              <a:gd name="connsiteY7" fmla="*/ 23836985 h 37591664"/>
              <a:gd name="connsiteX8" fmla="*/ 23473457 w 37228136"/>
              <a:gd name="connsiteY8" fmla="*/ 13754679 h 37591664"/>
              <a:gd name="connsiteX9" fmla="*/ 13754679 w 37228136"/>
              <a:gd name="connsiteY9" fmla="*/ 13754679 h 37591664"/>
              <a:gd name="connsiteX0" fmla="*/ 0 w 37228136"/>
              <a:gd name="connsiteY0" fmla="*/ 0 h 37591664"/>
              <a:gd name="connsiteX1" fmla="*/ 37228136 w 37228136"/>
              <a:gd name="connsiteY1" fmla="*/ 0 h 37591664"/>
              <a:gd name="connsiteX2" fmla="*/ 37228136 w 37228136"/>
              <a:gd name="connsiteY2" fmla="*/ 37591664 h 37591664"/>
              <a:gd name="connsiteX3" fmla="*/ 0 w 37228136"/>
              <a:gd name="connsiteY3" fmla="*/ 37591664 h 37591664"/>
              <a:gd name="connsiteX4" fmla="*/ 0 w 37228136"/>
              <a:gd name="connsiteY4" fmla="*/ 0 h 37591664"/>
              <a:gd name="connsiteX5" fmla="*/ 13754679 w 37228136"/>
              <a:gd name="connsiteY5" fmla="*/ 13754679 h 37591664"/>
              <a:gd name="connsiteX6" fmla="*/ 13754679 w 37228136"/>
              <a:gd name="connsiteY6" fmla="*/ 21642424 h 37591664"/>
              <a:gd name="connsiteX7" fmla="*/ 23473457 w 37228136"/>
              <a:gd name="connsiteY7" fmla="*/ 23836985 h 37591664"/>
              <a:gd name="connsiteX8" fmla="*/ 23473457 w 37228136"/>
              <a:gd name="connsiteY8" fmla="*/ 13754679 h 37591664"/>
              <a:gd name="connsiteX9" fmla="*/ 13754679 w 37228136"/>
              <a:gd name="connsiteY9" fmla="*/ 13754679 h 37591664"/>
              <a:gd name="connsiteX0" fmla="*/ 0 w 37228136"/>
              <a:gd name="connsiteY0" fmla="*/ 0 h 37591664"/>
              <a:gd name="connsiteX1" fmla="*/ 37228136 w 37228136"/>
              <a:gd name="connsiteY1" fmla="*/ 0 h 37591664"/>
              <a:gd name="connsiteX2" fmla="*/ 37228136 w 37228136"/>
              <a:gd name="connsiteY2" fmla="*/ 37591664 h 37591664"/>
              <a:gd name="connsiteX3" fmla="*/ 0 w 37228136"/>
              <a:gd name="connsiteY3" fmla="*/ 37591664 h 37591664"/>
              <a:gd name="connsiteX4" fmla="*/ 0 w 37228136"/>
              <a:gd name="connsiteY4" fmla="*/ 0 h 37591664"/>
              <a:gd name="connsiteX5" fmla="*/ 13754679 w 37228136"/>
              <a:gd name="connsiteY5" fmla="*/ 13754679 h 37591664"/>
              <a:gd name="connsiteX6" fmla="*/ 13754679 w 37228136"/>
              <a:gd name="connsiteY6" fmla="*/ 21642424 h 37591664"/>
              <a:gd name="connsiteX7" fmla="*/ 23473456 w 37228136"/>
              <a:gd name="connsiteY7" fmla="*/ 21642424 h 37591664"/>
              <a:gd name="connsiteX8" fmla="*/ 23473457 w 37228136"/>
              <a:gd name="connsiteY8" fmla="*/ 13754679 h 37591664"/>
              <a:gd name="connsiteX9" fmla="*/ 13754679 w 37228136"/>
              <a:gd name="connsiteY9" fmla="*/ 13754679 h 37591664"/>
              <a:gd name="connsiteX0" fmla="*/ 0 w 37228136"/>
              <a:gd name="connsiteY0" fmla="*/ 0 h 43352384"/>
              <a:gd name="connsiteX1" fmla="*/ 37228136 w 37228136"/>
              <a:gd name="connsiteY1" fmla="*/ 0 h 43352384"/>
              <a:gd name="connsiteX2" fmla="*/ 37228136 w 37228136"/>
              <a:gd name="connsiteY2" fmla="*/ 37591664 h 43352384"/>
              <a:gd name="connsiteX3" fmla="*/ 0 w 37228136"/>
              <a:gd name="connsiteY3" fmla="*/ 43352384 h 43352384"/>
              <a:gd name="connsiteX4" fmla="*/ 0 w 37228136"/>
              <a:gd name="connsiteY4" fmla="*/ 0 h 43352384"/>
              <a:gd name="connsiteX5" fmla="*/ 13754679 w 37228136"/>
              <a:gd name="connsiteY5" fmla="*/ 13754679 h 43352384"/>
              <a:gd name="connsiteX6" fmla="*/ 13754679 w 37228136"/>
              <a:gd name="connsiteY6" fmla="*/ 21642424 h 43352384"/>
              <a:gd name="connsiteX7" fmla="*/ 23473456 w 37228136"/>
              <a:gd name="connsiteY7" fmla="*/ 21642424 h 43352384"/>
              <a:gd name="connsiteX8" fmla="*/ 23473457 w 37228136"/>
              <a:gd name="connsiteY8" fmla="*/ 13754679 h 43352384"/>
              <a:gd name="connsiteX9" fmla="*/ 13754679 w 37228136"/>
              <a:gd name="connsiteY9" fmla="*/ 13754679 h 43352384"/>
              <a:gd name="connsiteX0" fmla="*/ 0 w 37319576"/>
              <a:gd name="connsiteY0" fmla="*/ 0 h 43352384"/>
              <a:gd name="connsiteX1" fmla="*/ 37228136 w 37319576"/>
              <a:gd name="connsiteY1" fmla="*/ 0 h 43352384"/>
              <a:gd name="connsiteX2" fmla="*/ 37319576 w 37319576"/>
              <a:gd name="connsiteY2" fmla="*/ 43352384 h 43352384"/>
              <a:gd name="connsiteX3" fmla="*/ 0 w 37319576"/>
              <a:gd name="connsiteY3" fmla="*/ 43352384 h 43352384"/>
              <a:gd name="connsiteX4" fmla="*/ 0 w 37319576"/>
              <a:gd name="connsiteY4" fmla="*/ 0 h 43352384"/>
              <a:gd name="connsiteX5" fmla="*/ 13754679 w 37319576"/>
              <a:gd name="connsiteY5" fmla="*/ 13754679 h 43352384"/>
              <a:gd name="connsiteX6" fmla="*/ 13754679 w 37319576"/>
              <a:gd name="connsiteY6" fmla="*/ 21642424 h 43352384"/>
              <a:gd name="connsiteX7" fmla="*/ 23473456 w 37319576"/>
              <a:gd name="connsiteY7" fmla="*/ 21642424 h 43352384"/>
              <a:gd name="connsiteX8" fmla="*/ 23473457 w 37319576"/>
              <a:gd name="connsiteY8" fmla="*/ 13754679 h 43352384"/>
              <a:gd name="connsiteX9" fmla="*/ 13754679 w 37319576"/>
              <a:gd name="connsiteY9" fmla="*/ 13754679 h 43352384"/>
              <a:gd name="connsiteX0" fmla="*/ 0 w 37319576"/>
              <a:gd name="connsiteY0" fmla="*/ 0 h 45858790"/>
              <a:gd name="connsiteX1" fmla="*/ 37228136 w 37319576"/>
              <a:gd name="connsiteY1" fmla="*/ 0 h 45858790"/>
              <a:gd name="connsiteX2" fmla="*/ 37319576 w 37319576"/>
              <a:gd name="connsiteY2" fmla="*/ 43352384 h 45858790"/>
              <a:gd name="connsiteX3" fmla="*/ 0 w 37319576"/>
              <a:gd name="connsiteY3" fmla="*/ 45858790 h 45858790"/>
              <a:gd name="connsiteX4" fmla="*/ 0 w 37319576"/>
              <a:gd name="connsiteY4" fmla="*/ 0 h 45858790"/>
              <a:gd name="connsiteX5" fmla="*/ 13754679 w 37319576"/>
              <a:gd name="connsiteY5" fmla="*/ 13754679 h 45858790"/>
              <a:gd name="connsiteX6" fmla="*/ 13754679 w 37319576"/>
              <a:gd name="connsiteY6" fmla="*/ 21642424 h 45858790"/>
              <a:gd name="connsiteX7" fmla="*/ 23473456 w 37319576"/>
              <a:gd name="connsiteY7" fmla="*/ 21642424 h 45858790"/>
              <a:gd name="connsiteX8" fmla="*/ 23473457 w 37319576"/>
              <a:gd name="connsiteY8" fmla="*/ 13754679 h 45858790"/>
              <a:gd name="connsiteX9" fmla="*/ 13754679 w 37319576"/>
              <a:gd name="connsiteY9" fmla="*/ 13754679 h 45858790"/>
              <a:gd name="connsiteX0" fmla="*/ 0 w 37228136"/>
              <a:gd name="connsiteY0" fmla="*/ 0 h 45948304"/>
              <a:gd name="connsiteX1" fmla="*/ 37228136 w 37228136"/>
              <a:gd name="connsiteY1" fmla="*/ 0 h 45948304"/>
              <a:gd name="connsiteX2" fmla="*/ 37228136 w 37228136"/>
              <a:gd name="connsiteY2" fmla="*/ 45948304 h 45948304"/>
              <a:gd name="connsiteX3" fmla="*/ 0 w 37228136"/>
              <a:gd name="connsiteY3" fmla="*/ 45858790 h 45948304"/>
              <a:gd name="connsiteX4" fmla="*/ 0 w 37228136"/>
              <a:gd name="connsiteY4" fmla="*/ 0 h 45948304"/>
              <a:gd name="connsiteX5" fmla="*/ 13754679 w 37228136"/>
              <a:gd name="connsiteY5" fmla="*/ 13754679 h 45948304"/>
              <a:gd name="connsiteX6" fmla="*/ 13754679 w 37228136"/>
              <a:gd name="connsiteY6" fmla="*/ 21642424 h 45948304"/>
              <a:gd name="connsiteX7" fmla="*/ 23473456 w 37228136"/>
              <a:gd name="connsiteY7" fmla="*/ 21642424 h 45948304"/>
              <a:gd name="connsiteX8" fmla="*/ 23473457 w 37228136"/>
              <a:gd name="connsiteY8" fmla="*/ 13754679 h 45948304"/>
              <a:gd name="connsiteX9" fmla="*/ 13754679 w 37228136"/>
              <a:gd name="connsiteY9" fmla="*/ 13754679 h 45948304"/>
              <a:gd name="connsiteX0" fmla="*/ 0 w 37228136"/>
              <a:gd name="connsiteY0" fmla="*/ 0 h 49349856"/>
              <a:gd name="connsiteX1" fmla="*/ 37228136 w 37228136"/>
              <a:gd name="connsiteY1" fmla="*/ 0 h 49349856"/>
              <a:gd name="connsiteX2" fmla="*/ 37228136 w 37228136"/>
              <a:gd name="connsiteY2" fmla="*/ 45948304 h 49349856"/>
              <a:gd name="connsiteX3" fmla="*/ 0 w 37228136"/>
              <a:gd name="connsiteY3" fmla="*/ 49349856 h 49349856"/>
              <a:gd name="connsiteX4" fmla="*/ 0 w 37228136"/>
              <a:gd name="connsiteY4" fmla="*/ 0 h 49349856"/>
              <a:gd name="connsiteX5" fmla="*/ 13754679 w 37228136"/>
              <a:gd name="connsiteY5" fmla="*/ 13754679 h 49349856"/>
              <a:gd name="connsiteX6" fmla="*/ 13754679 w 37228136"/>
              <a:gd name="connsiteY6" fmla="*/ 21642424 h 49349856"/>
              <a:gd name="connsiteX7" fmla="*/ 23473456 w 37228136"/>
              <a:gd name="connsiteY7" fmla="*/ 21642424 h 49349856"/>
              <a:gd name="connsiteX8" fmla="*/ 23473457 w 37228136"/>
              <a:gd name="connsiteY8" fmla="*/ 13754679 h 49349856"/>
              <a:gd name="connsiteX9" fmla="*/ 13754679 w 37228136"/>
              <a:gd name="connsiteY9" fmla="*/ 13754679 h 49349856"/>
              <a:gd name="connsiteX0" fmla="*/ 0 w 37319576"/>
              <a:gd name="connsiteY0" fmla="*/ 0 h 49349856"/>
              <a:gd name="connsiteX1" fmla="*/ 37228136 w 37319576"/>
              <a:gd name="connsiteY1" fmla="*/ 0 h 49349856"/>
              <a:gd name="connsiteX2" fmla="*/ 37319576 w 37319576"/>
              <a:gd name="connsiteY2" fmla="*/ 49349856 h 49349856"/>
              <a:gd name="connsiteX3" fmla="*/ 0 w 37319576"/>
              <a:gd name="connsiteY3" fmla="*/ 49349856 h 49349856"/>
              <a:gd name="connsiteX4" fmla="*/ 0 w 37319576"/>
              <a:gd name="connsiteY4" fmla="*/ 0 h 49349856"/>
              <a:gd name="connsiteX5" fmla="*/ 13754679 w 37319576"/>
              <a:gd name="connsiteY5" fmla="*/ 13754679 h 49349856"/>
              <a:gd name="connsiteX6" fmla="*/ 13754679 w 37319576"/>
              <a:gd name="connsiteY6" fmla="*/ 21642424 h 49349856"/>
              <a:gd name="connsiteX7" fmla="*/ 23473456 w 37319576"/>
              <a:gd name="connsiteY7" fmla="*/ 21642424 h 49349856"/>
              <a:gd name="connsiteX8" fmla="*/ 23473457 w 37319576"/>
              <a:gd name="connsiteY8" fmla="*/ 13754679 h 49349856"/>
              <a:gd name="connsiteX9" fmla="*/ 13754679 w 37319576"/>
              <a:gd name="connsiteY9" fmla="*/ 13754679 h 49349856"/>
              <a:gd name="connsiteX0" fmla="*/ 0 w 37319576"/>
              <a:gd name="connsiteY0" fmla="*/ 0 h 49349856"/>
              <a:gd name="connsiteX1" fmla="*/ 37228136 w 37319576"/>
              <a:gd name="connsiteY1" fmla="*/ 0 h 49349856"/>
              <a:gd name="connsiteX2" fmla="*/ 37319576 w 37319576"/>
              <a:gd name="connsiteY2" fmla="*/ 49349856 h 49349856"/>
              <a:gd name="connsiteX3" fmla="*/ 0 w 37319576"/>
              <a:gd name="connsiteY3" fmla="*/ 49349856 h 49349856"/>
              <a:gd name="connsiteX4" fmla="*/ 0 w 37319576"/>
              <a:gd name="connsiteY4" fmla="*/ 0 h 49349856"/>
              <a:gd name="connsiteX5" fmla="*/ 13811829 w 37319576"/>
              <a:gd name="connsiteY5" fmla="*/ 12665263 h 49349856"/>
              <a:gd name="connsiteX6" fmla="*/ 13754679 w 37319576"/>
              <a:gd name="connsiteY6" fmla="*/ 21642424 h 49349856"/>
              <a:gd name="connsiteX7" fmla="*/ 23473456 w 37319576"/>
              <a:gd name="connsiteY7" fmla="*/ 21642424 h 49349856"/>
              <a:gd name="connsiteX8" fmla="*/ 23473457 w 37319576"/>
              <a:gd name="connsiteY8" fmla="*/ 13754679 h 49349856"/>
              <a:gd name="connsiteX9" fmla="*/ 13811829 w 37319576"/>
              <a:gd name="connsiteY9" fmla="*/ 12665263 h 49349856"/>
              <a:gd name="connsiteX0" fmla="*/ 0 w 37319576"/>
              <a:gd name="connsiteY0" fmla="*/ 0 h 49349856"/>
              <a:gd name="connsiteX1" fmla="*/ 37228136 w 37319576"/>
              <a:gd name="connsiteY1" fmla="*/ 0 h 49349856"/>
              <a:gd name="connsiteX2" fmla="*/ 37319576 w 37319576"/>
              <a:gd name="connsiteY2" fmla="*/ 49349856 h 49349856"/>
              <a:gd name="connsiteX3" fmla="*/ 0 w 37319576"/>
              <a:gd name="connsiteY3" fmla="*/ 49349856 h 49349856"/>
              <a:gd name="connsiteX4" fmla="*/ 0 w 37319576"/>
              <a:gd name="connsiteY4" fmla="*/ 0 h 49349856"/>
              <a:gd name="connsiteX5" fmla="*/ 13640379 w 37319576"/>
              <a:gd name="connsiteY5" fmla="*/ 12820894 h 49349856"/>
              <a:gd name="connsiteX6" fmla="*/ 13754679 w 37319576"/>
              <a:gd name="connsiteY6" fmla="*/ 21642424 h 49349856"/>
              <a:gd name="connsiteX7" fmla="*/ 23473456 w 37319576"/>
              <a:gd name="connsiteY7" fmla="*/ 21642424 h 49349856"/>
              <a:gd name="connsiteX8" fmla="*/ 23473457 w 37319576"/>
              <a:gd name="connsiteY8" fmla="*/ 13754679 h 49349856"/>
              <a:gd name="connsiteX9" fmla="*/ 13640379 w 37319576"/>
              <a:gd name="connsiteY9" fmla="*/ 12820894 h 49349856"/>
              <a:gd name="connsiteX0" fmla="*/ 0 w 37319576"/>
              <a:gd name="connsiteY0" fmla="*/ 0 h 49349856"/>
              <a:gd name="connsiteX1" fmla="*/ 37228136 w 37319576"/>
              <a:gd name="connsiteY1" fmla="*/ 0 h 49349856"/>
              <a:gd name="connsiteX2" fmla="*/ 37319576 w 37319576"/>
              <a:gd name="connsiteY2" fmla="*/ 49349856 h 49349856"/>
              <a:gd name="connsiteX3" fmla="*/ 0 w 37319576"/>
              <a:gd name="connsiteY3" fmla="*/ 49349856 h 49349856"/>
              <a:gd name="connsiteX4" fmla="*/ 0 w 37319576"/>
              <a:gd name="connsiteY4" fmla="*/ 0 h 49349856"/>
              <a:gd name="connsiteX5" fmla="*/ 13640379 w 37319576"/>
              <a:gd name="connsiteY5" fmla="*/ 12820894 h 49349856"/>
              <a:gd name="connsiteX6" fmla="*/ 13754679 w 37319576"/>
              <a:gd name="connsiteY6" fmla="*/ 21642424 h 49349856"/>
              <a:gd name="connsiteX7" fmla="*/ 23473456 w 37319576"/>
              <a:gd name="connsiteY7" fmla="*/ 21642424 h 49349856"/>
              <a:gd name="connsiteX8" fmla="*/ 23359156 w 37319576"/>
              <a:gd name="connsiteY8" fmla="*/ 12872771 h 49349856"/>
              <a:gd name="connsiteX9" fmla="*/ 13640379 w 37319576"/>
              <a:gd name="connsiteY9" fmla="*/ 12820894 h 49349856"/>
              <a:gd name="connsiteX0" fmla="*/ 0 w 37319576"/>
              <a:gd name="connsiteY0" fmla="*/ 0 h 49349856"/>
              <a:gd name="connsiteX1" fmla="*/ 37228136 w 37319576"/>
              <a:gd name="connsiteY1" fmla="*/ 0 h 49349856"/>
              <a:gd name="connsiteX2" fmla="*/ 37319576 w 37319576"/>
              <a:gd name="connsiteY2" fmla="*/ 49349856 h 49349856"/>
              <a:gd name="connsiteX3" fmla="*/ 0 w 37319576"/>
              <a:gd name="connsiteY3" fmla="*/ 49349856 h 49349856"/>
              <a:gd name="connsiteX4" fmla="*/ 0 w 37319576"/>
              <a:gd name="connsiteY4" fmla="*/ 0 h 49349856"/>
              <a:gd name="connsiteX5" fmla="*/ 13640379 w 37319576"/>
              <a:gd name="connsiteY5" fmla="*/ 12820894 h 49349856"/>
              <a:gd name="connsiteX6" fmla="*/ 13754679 w 37319576"/>
              <a:gd name="connsiteY6" fmla="*/ 21642424 h 49349856"/>
              <a:gd name="connsiteX7" fmla="*/ 23473456 w 37319576"/>
              <a:gd name="connsiteY7" fmla="*/ 21642424 h 49349856"/>
              <a:gd name="connsiteX8" fmla="*/ 23416306 w 37319576"/>
              <a:gd name="connsiteY8" fmla="*/ 12717140 h 49349856"/>
              <a:gd name="connsiteX9" fmla="*/ 13640379 w 37319576"/>
              <a:gd name="connsiteY9" fmla="*/ 12820894 h 49349856"/>
              <a:gd name="connsiteX0" fmla="*/ 0 w 37319576"/>
              <a:gd name="connsiteY0" fmla="*/ 0 h 49349856"/>
              <a:gd name="connsiteX1" fmla="*/ 37228136 w 37319576"/>
              <a:gd name="connsiteY1" fmla="*/ 0 h 49349856"/>
              <a:gd name="connsiteX2" fmla="*/ 37319576 w 37319576"/>
              <a:gd name="connsiteY2" fmla="*/ 49349856 h 49349856"/>
              <a:gd name="connsiteX3" fmla="*/ 0 w 37319576"/>
              <a:gd name="connsiteY3" fmla="*/ 49349856 h 49349856"/>
              <a:gd name="connsiteX4" fmla="*/ 0 w 37319576"/>
              <a:gd name="connsiteY4" fmla="*/ 0 h 49349856"/>
              <a:gd name="connsiteX5" fmla="*/ 13640379 w 37319576"/>
              <a:gd name="connsiteY5" fmla="*/ 12820894 h 49349856"/>
              <a:gd name="connsiteX6" fmla="*/ 13754679 w 37319576"/>
              <a:gd name="connsiteY6" fmla="*/ 21642424 h 49349856"/>
              <a:gd name="connsiteX7" fmla="*/ 23473456 w 37319576"/>
              <a:gd name="connsiteY7" fmla="*/ 21642424 h 49349856"/>
              <a:gd name="connsiteX8" fmla="*/ 23502031 w 37319576"/>
              <a:gd name="connsiteY8" fmla="*/ 12717140 h 49349856"/>
              <a:gd name="connsiteX9" fmla="*/ 13640379 w 37319576"/>
              <a:gd name="connsiteY9" fmla="*/ 12820894 h 49349856"/>
              <a:gd name="connsiteX0" fmla="*/ 0 w 37319576"/>
              <a:gd name="connsiteY0" fmla="*/ 0 h 49349856"/>
              <a:gd name="connsiteX1" fmla="*/ 37228136 w 37319576"/>
              <a:gd name="connsiteY1" fmla="*/ 0 h 49349856"/>
              <a:gd name="connsiteX2" fmla="*/ 37319576 w 37319576"/>
              <a:gd name="connsiteY2" fmla="*/ 49349856 h 49349856"/>
              <a:gd name="connsiteX3" fmla="*/ 0 w 37319576"/>
              <a:gd name="connsiteY3" fmla="*/ 49349856 h 49349856"/>
              <a:gd name="connsiteX4" fmla="*/ 0 w 37319576"/>
              <a:gd name="connsiteY4" fmla="*/ 0 h 49349856"/>
              <a:gd name="connsiteX5" fmla="*/ 13640379 w 37319576"/>
              <a:gd name="connsiteY5" fmla="*/ 12820894 h 49349856"/>
              <a:gd name="connsiteX6" fmla="*/ 13754679 w 37319576"/>
              <a:gd name="connsiteY6" fmla="*/ 21642424 h 49349856"/>
              <a:gd name="connsiteX7" fmla="*/ 23473456 w 37319576"/>
              <a:gd name="connsiteY7" fmla="*/ 21642424 h 49349856"/>
              <a:gd name="connsiteX8" fmla="*/ 23416307 w 37319576"/>
              <a:gd name="connsiteY8" fmla="*/ 12717140 h 49349856"/>
              <a:gd name="connsiteX9" fmla="*/ 13640379 w 37319576"/>
              <a:gd name="connsiteY9" fmla="*/ 12820894 h 49349856"/>
              <a:gd name="connsiteX0" fmla="*/ 0 w 37319576"/>
              <a:gd name="connsiteY0" fmla="*/ 0 h 49349856"/>
              <a:gd name="connsiteX1" fmla="*/ 37228136 w 37319576"/>
              <a:gd name="connsiteY1" fmla="*/ 0 h 49349856"/>
              <a:gd name="connsiteX2" fmla="*/ 37319576 w 37319576"/>
              <a:gd name="connsiteY2" fmla="*/ 49349856 h 49349856"/>
              <a:gd name="connsiteX3" fmla="*/ 0 w 37319576"/>
              <a:gd name="connsiteY3" fmla="*/ 49349856 h 49349856"/>
              <a:gd name="connsiteX4" fmla="*/ 0 w 37319576"/>
              <a:gd name="connsiteY4" fmla="*/ 0 h 49349856"/>
              <a:gd name="connsiteX5" fmla="*/ 13640379 w 37319576"/>
              <a:gd name="connsiteY5" fmla="*/ 12820894 h 49349856"/>
              <a:gd name="connsiteX6" fmla="*/ 13754679 w 37319576"/>
              <a:gd name="connsiteY6" fmla="*/ 21642424 h 49349856"/>
              <a:gd name="connsiteX7" fmla="*/ 23473456 w 37319576"/>
              <a:gd name="connsiteY7" fmla="*/ 21642424 h 49349856"/>
              <a:gd name="connsiteX8" fmla="*/ 23416308 w 37319576"/>
              <a:gd name="connsiteY8" fmla="*/ 12717140 h 49349856"/>
              <a:gd name="connsiteX9" fmla="*/ 13640379 w 37319576"/>
              <a:gd name="connsiteY9" fmla="*/ 12820894 h 49349856"/>
              <a:gd name="connsiteX0" fmla="*/ 0 w 37319576"/>
              <a:gd name="connsiteY0" fmla="*/ 0 h 49349856"/>
              <a:gd name="connsiteX1" fmla="*/ 37228136 w 37319576"/>
              <a:gd name="connsiteY1" fmla="*/ 0 h 49349856"/>
              <a:gd name="connsiteX2" fmla="*/ 37319576 w 37319576"/>
              <a:gd name="connsiteY2" fmla="*/ 49349856 h 49349856"/>
              <a:gd name="connsiteX3" fmla="*/ 0 w 37319576"/>
              <a:gd name="connsiteY3" fmla="*/ 49349856 h 49349856"/>
              <a:gd name="connsiteX4" fmla="*/ 0 w 37319576"/>
              <a:gd name="connsiteY4" fmla="*/ 0 h 49349856"/>
              <a:gd name="connsiteX5" fmla="*/ 13640379 w 37319576"/>
              <a:gd name="connsiteY5" fmla="*/ 12820894 h 49349856"/>
              <a:gd name="connsiteX6" fmla="*/ 13754679 w 37319576"/>
              <a:gd name="connsiteY6" fmla="*/ 21642424 h 49349856"/>
              <a:gd name="connsiteX7" fmla="*/ 23473456 w 37319576"/>
              <a:gd name="connsiteY7" fmla="*/ 21642424 h 49349856"/>
              <a:gd name="connsiteX8" fmla="*/ 23530608 w 37319576"/>
              <a:gd name="connsiteY8" fmla="*/ 12691201 h 49349856"/>
              <a:gd name="connsiteX9" fmla="*/ 13640379 w 37319576"/>
              <a:gd name="connsiteY9" fmla="*/ 12820894 h 49349856"/>
              <a:gd name="connsiteX0" fmla="*/ 0 w 37319576"/>
              <a:gd name="connsiteY0" fmla="*/ 0 h 49349856"/>
              <a:gd name="connsiteX1" fmla="*/ 37228136 w 37319576"/>
              <a:gd name="connsiteY1" fmla="*/ 0 h 49349856"/>
              <a:gd name="connsiteX2" fmla="*/ 37319576 w 37319576"/>
              <a:gd name="connsiteY2" fmla="*/ 49349856 h 49349856"/>
              <a:gd name="connsiteX3" fmla="*/ 0 w 37319576"/>
              <a:gd name="connsiteY3" fmla="*/ 49349856 h 49349856"/>
              <a:gd name="connsiteX4" fmla="*/ 0 w 37319576"/>
              <a:gd name="connsiteY4" fmla="*/ 0 h 49349856"/>
              <a:gd name="connsiteX5" fmla="*/ 13726104 w 37319576"/>
              <a:gd name="connsiteY5" fmla="*/ 12535571 h 49349856"/>
              <a:gd name="connsiteX6" fmla="*/ 13754679 w 37319576"/>
              <a:gd name="connsiteY6" fmla="*/ 21642424 h 49349856"/>
              <a:gd name="connsiteX7" fmla="*/ 23473456 w 37319576"/>
              <a:gd name="connsiteY7" fmla="*/ 21642424 h 49349856"/>
              <a:gd name="connsiteX8" fmla="*/ 23530608 w 37319576"/>
              <a:gd name="connsiteY8" fmla="*/ 12691201 h 49349856"/>
              <a:gd name="connsiteX9" fmla="*/ 13726104 w 37319576"/>
              <a:gd name="connsiteY9" fmla="*/ 12535571 h 49349856"/>
              <a:gd name="connsiteX0" fmla="*/ 0 w 37319576"/>
              <a:gd name="connsiteY0" fmla="*/ 0 h 49349856"/>
              <a:gd name="connsiteX1" fmla="*/ 37228136 w 37319576"/>
              <a:gd name="connsiteY1" fmla="*/ 0 h 49349856"/>
              <a:gd name="connsiteX2" fmla="*/ 37319576 w 37319576"/>
              <a:gd name="connsiteY2" fmla="*/ 49349856 h 49349856"/>
              <a:gd name="connsiteX3" fmla="*/ 0 w 37319576"/>
              <a:gd name="connsiteY3" fmla="*/ 49349856 h 49349856"/>
              <a:gd name="connsiteX4" fmla="*/ 0 w 37319576"/>
              <a:gd name="connsiteY4" fmla="*/ 0 h 49349856"/>
              <a:gd name="connsiteX5" fmla="*/ 13726104 w 37319576"/>
              <a:gd name="connsiteY5" fmla="*/ 12535571 h 49349856"/>
              <a:gd name="connsiteX6" fmla="*/ 13754679 w 37319576"/>
              <a:gd name="connsiteY6" fmla="*/ 19489531 h 49349856"/>
              <a:gd name="connsiteX7" fmla="*/ 23473456 w 37319576"/>
              <a:gd name="connsiteY7" fmla="*/ 21642424 h 49349856"/>
              <a:gd name="connsiteX8" fmla="*/ 23530608 w 37319576"/>
              <a:gd name="connsiteY8" fmla="*/ 12691201 h 49349856"/>
              <a:gd name="connsiteX9" fmla="*/ 13726104 w 37319576"/>
              <a:gd name="connsiteY9" fmla="*/ 12535571 h 49349856"/>
              <a:gd name="connsiteX0" fmla="*/ 0 w 37319576"/>
              <a:gd name="connsiteY0" fmla="*/ 0 h 49349856"/>
              <a:gd name="connsiteX1" fmla="*/ 37228136 w 37319576"/>
              <a:gd name="connsiteY1" fmla="*/ 0 h 49349856"/>
              <a:gd name="connsiteX2" fmla="*/ 37319576 w 37319576"/>
              <a:gd name="connsiteY2" fmla="*/ 49349856 h 49349856"/>
              <a:gd name="connsiteX3" fmla="*/ 0 w 37319576"/>
              <a:gd name="connsiteY3" fmla="*/ 49349856 h 49349856"/>
              <a:gd name="connsiteX4" fmla="*/ 0 w 37319576"/>
              <a:gd name="connsiteY4" fmla="*/ 0 h 49349856"/>
              <a:gd name="connsiteX5" fmla="*/ 13726104 w 37319576"/>
              <a:gd name="connsiteY5" fmla="*/ 12535571 h 49349856"/>
              <a:gd name="connsiteX6" fmla="*/ 13754679 w 37319576"/>
              <a:gd name="connsiteY6" fmla="*/ 19489531 h 49349856"/>
              <a:gd name="connsiteX7" fmla="*/ 23502031 w 37319576"/>
              <a:gd name="connsiteY7" fmla="*/ 19619223 h 49349856"/>
              <a:gd name="connsiteX8" fmla="*/ 23530608 w 37319576"/>
              <a:gd name="connsiteY8" fmla="*/ 12691201 h 49349856"/>
              <a:gd name="connsiteX9" fmla="*/ 13726104 w 37319576"/>
              <a:gd name="connsiteY9" fmla="*/ 12535571 h 49349856"/>
              <a:gd name="connsiteX0" fmla="*/ 0 w 37319576"/>
              <a:gd name="connsiteY0" fmla="*/ 0 h 49349856"/>
              <a:gd name="connsiteX1" fmla="*/ 37228136 w 37319576"/>
              <a:gd name="connsiteY1" fmla="*/ 0 h 49349856"/>
              <a:gd name="connsiteX2" fmla="*/ 37319576 w 37319576"/>
              <a:gd name="connsiteY2" fmla="*/ 49349856 h 49349856"/>
              <a:gd name="connsiteX3" fmla="*/ 0 w 37319576"/>
              <a:gd name="connsiteY3" fmla="*/ 49349856 h 49349856"/>
              <a:gd name="connsiteX4" fmla="*/ 0 w 37319576"/>
              <a:gd name="connsiteY4" fmla="*/ 0 h 49349856"/>
              <a:gd name="connsiteX5" fmla="*/ 13726104 w 37319576"/>
              <a:gd name="connsiteY5" fmla="*/ 12665263 h 49349856"/>
              <a:gd name="connsiteX6" fmla="*/ 13754679 w 37319576"/>
              <a:gd name="connsiteY6" fmla="*/ 19489531 h 49349856"/>
              <a:gd name="connsiteX7" fmla="*/ 23502031 w 37319576"/>
              <a:gd name="connsiteY7" fmla="*/ 19619223 h 49349856"/>
              <a:gd name="connsiteX8" fmla="*/ 23530608 w 37319576"/>
              <a:gd name="connsiteY8" fmla="*/ 12691201 h 49349856"/>
              <a:gd name="connsiteX9" fmla="*/ 13726104 w 37319576"/>
              <a:gd name="connsiteY9" fmla="*/ 12665263 h 49349856"/>
              <a:gd name="connsiteX0" fmla="*/ 0 w 37319576"/>
              <a:gd name="connsiteY0" fmla="*/ 0 h 49349856"/>
              <a:gd name="connsiteX1" fmla="*/ 37228136 w 37319576"/>
              <a:gd name="connsiteY1" fmla="*/ 0 h 49349856"/>
              <a:gd name="connsiteX2" fmla="*/ 37319576 w 37319576"/>
              <a:gd name="connsiteY2" fmla="*/ 49349856 h 49349856"/>
              <a:gd name="connsiteX3" fmla="*/ 0 w 37319576"/>
              <a:gd name="connsiteY3" fmla="*/ 49349856 h 49349856"/>
              <a:gd name="connsiteX4" fmla="*/ 0 w 37319576"/>
              <a:gd name="connsiteY4" fmla="*/ 0 h 49349856"/>
              <a:gd name="connsiteX5" fmla="*/ 13783254 w 37319576"/>
              <a:gd name="connsiteY5" fmla="*/ 12691201 h 49349856"/>
              <a:gd name="connsiteX6" fmla="*/ 13754679 w 37319576"/>
              <a:gd name="connsiteY6" fmla="*/ 19489531 h 49349856"/>
              <a:gd name="connsiteX7" fmla="*/ 23502031 w 37319576"/>
              <a:gd name="connsiteY7" fmla="*/ 19619223 h 49349856"/>
              <a:gd name="connsiteX8" fmla="*/ 23530608 w 37319576"/>
              <a:gd name="connsiteY8" fmla="*/ 12691201 h 49349856"/>
              <a:gd name="connsiteX9" fmla="*/ 13783254 w 37319576"/>
              <a:gd name="connsiteY9" fmla="*/ 12691201 h 49349856"/>
              <a:gd name="connsiteX0" fmla="*/ 0 w 37319576"/>
              <a:gd name="connsiteY0" fmla="*/ 0 h 49349856"/>
              <a:gd name="connsiteX1" fmla="*/ 37228136 w 37319576"/>
              <a:gd name="connsiteY1" fmla="*/ 0 h 49349856"/>
              <a:gd name="connsiteX2" fmla="*/ 37319576 w 37319576"/>
              <a:gd name="connsiteY2" fmla="*/ 49349856 h 49349856"/>
              <a:gd name="connsiteX3" fmla="*/ 0 w 37319576"/>
              <a:gd name="connsiteY3" fmla="*/ 49349856 h 49349856"/>
              <a:gd name="connsiteX4" fmla="*/ 0 w 37319576"/>
              <a:gd name="connsiteY4" fmla="*/ 0 h 49349856"/>
              <a:gd name="connsiteX5" fmla="*/ 13783254 w 37319576"/>
              <a:gd name="connsiteY5" fmla="*/ 12691201 h 49349856"/>
              <a:gd name="connsiteX6" fmla="*/ 13754679 w 37319576"/>
              <a:gd name="connsiteY6" fmla="*/ 19489531 h 49349856"/>
              <a:gd name="connsiteX7" fmla="*/ 23587757 w 37319576"/>
              <a:gd name="connsiteY7" fmla="*/ 19437654 h 49349856"/>
              <a:gd name="connsiteX8" fmla="*/ 23530608 w 37319576"/>
              <a:gd name="connsiteY8" fmla="*/ 12691201 h 49349856"/>
              <a:gd name="connsiteX9" fmla="*/ 13783254 w 37319576"/>
              <a:gd name="connsiteY9" fmla="*/ 12691201 h 49349856"/>
              <a:gd name="connsiteX0" fmla="*/ 0 w 37319576"/>
              <a:gd name="connsiteY0" fmla="*/ 0 h 49349856"/>
              <a:gd name="connsiteX1" fmla="*/ 37228136 w 37319576"/>
              <a:gd name="connsiteY1" fmla="*/ 0 h 49349856"/>
              <a:gd name="connsiteX2" fmla="*/ 37319576 w 37319576"/>
              <a:gd name="connsiteY2" fmla="*/ 49349856 h 49349856"/>
              <a:gd name="connsiteX3" fmla="*/ 0 w 37319576"/>
              <a:gd name="connsiteY3" fmla="*/ 49349856 h 49349856"/>
              <a:gd name="connsiteX4" fmla="*/ 0 w 37319576"/>
              <a:gd name="connsiteY4" fmla="*/ 0 h 49349856"/>
              <a:gd name="connsiteX5" fmla="*/ 13783254 w 37319576"/>
              <a:gd name="connsiteY5" fmla="*/ 12691201 h 49349856"/>
              <a:gd name="connsiteX6" fmla="*/ 13754679 w 37319576"/>
              <a:gd name="connsiteY6" fmla="*/ 19489531 h 49349856"/>
              <a:gd name="connsiteX7" fmla="*/ 23559181 w 37319576"/>
              <a:gd name="connsiteY7" fmla="*/ 19489530 h 49349856"/>
              <a:gd name="connsiteX8" fmla="*/ 23530608 w 37319576"/>
              <a:gd name="connsiteY8" fmla="*/ 12691201 h 49349856"/>
              <a:gd name="connsiteX9" fmla="*/ 13783254 w 37319576"/>
              <a:gd name="connsiteY9" fmla="*/ 12691201 h 49349856"/>
              <a:gd name="connsiteX0" fmla="*/ 0 w 37319576"/>
              <a:gd name="connsiteY0" fmla="*/ 0 h 49349856"/>
              <a:gd name="connsiteX1" fmla="*/ 37228136 w 37319576"/>
              <a:gd name="connsiteY1" fmla="*/ 0 h 49349856"/>
              <a:gd name="connsiteX2" fmla="*/ 37319576 w 37319576"/>
              <a:gd name="connsiteY2" fmla="*/ 49349856 h 49349856"/>
              <a:gd name="connsiteX3" fmla="*/ 0 w 37319576"/>
              <a:gd name="connsiteY3" fmla="*/ 49349856 h 49349856"/>
              <a:gd name="connsiteX4" fmla="*/ 0 w 37319576"/>
              <a:gd name="connsiteY4" fmla="*/ 0 h 49349856"/>
              <a:gd name="connsiteX5" fmla="*/ 13783254 w 37319576"/>
              <a:gd name="connsiteY5" fmla="*/ 12691201 h 49349856"/>
              <a:gd name="connsiteX6" fmla="*/ 13754679 w 37319576"/>
              <a:gd name="connsiteY6" fmla="*/ 19489531 h 49349856"/>
              <a:gd name="connsiteX7" fmla="*/ 23559180 w 37319576"/>
              <a:gd name="connsiteY7" fmla="*/ 19489530 h 49349856"/>
              <a:gd name="connsiteX8" fmla="*/ 23530608 w 37319576"/>
              <a:gd name="connsiteY8" fmla="*/ 12691201 h 49349856"/>
              <a:gd name="connsiteX9" fmla="*/ 13783254 w 37319576"/>
              <a:gd name="connsiteY9" fmla="*/ 12691201 h 49349856"/>
              <a:gd name="connsiteX0" fmla="*/ 0 w 37319576"/>
              <a:gd name="connsiteY0" fmla="*/ 0 h 49349856"/>
              <a:gd name="connsiteX1" fmla="*/ 37228136 w 37319576"/>
              <a:gd name="connsiteY1" fmla="*/ 0 h 49349856"/>
              <a:gd name="connsiteX2" fmla="*/ 37319576 w 37319576"/>
              <a:gd name="connsiteY2" fmla="*/ 49349856 h 49349856"/>
              <a:gd name="connsiteX3" fmla="*/ 0 w 37319576"/>
              <a:gd name="connsiteY3" fmla="*/ 49349856 h 49349856"/>
              <a:gd name="connsiteX4" fmla="*/ 0 w 37319576"/>
              <a:gd name="connsiteY4" fmla="*/ 0 h 49349856"/>
              <a:gd name="connsiteX5" fmla="*/ 13783254 w 37319576"/>
              <a:gd name="connsiteY5" fmla="*/ 12691201 h 49349856"/>
              <a:gd name="connsiteX6" fmla="*/ 13754679 w 37319576"/>
              <a:gd name="connsiteY6" fmla="*/ 19489531 h 49349856"/>
              <a:gd name="connsiteX7" fmla="*/ 23559180 w 37319576"/>
              <a:gd name="connsiteY7" fmla="*/ 19489530 h 49349856"/>
              <a:gd name="connsiteX8" fmla="*/ 23530608 w 37319576"/>
              <a:gd name="connsiteY8" fmla="*/ 12691201 h 49349856"/>
              <a:gd name="connsiteX9" fmla="*/ 13783254 w 37319576"/>
              <a:gd name="connsiteY9" fmla="*/ 12691201 h 49349856"/>
              <a:gd name="connsiteX0" fmla="*/ 0 w 37319576"/>
              <a:gd name="connsiteY0" fmla="*/ 0 h 49349856"/>
              <a:gd name="connsiteX1" fmla="*/ 37228136 w 37319576"/>
              <a:gd name="connsiteY1" fmla="*/ 0 h 49349856"/>
              <a:gd name="connsiteX2" fmla="*/ 37319576 w 37319576"/>
              <a:gd name="connsiteY2" fmla="*/ 49349856 h 49349856"/>
              <a:gd name="connsiteX3" fmla="*/ 0 w 37319576"/>
              <a:gd name="connsiteY3" fmla="*/ 49349856 h 49349856"/>
              <a:gd name="connsiteX4" fmla="*/ 0 w 37319576"/>
              <a:gd name="connsiteY4" fmla="*/ 0 h 49349856"/>
              <a:gd name="connsiteX5" fmla="*/ 13783254 w 37319576"/>
              <a:gd name="connsiteY5" fmla="*/ 12691201 h 49349856"/>
              <a:gd name="connsiteX6" fmla="*/ 13754679 w 37319576"/>
              <a:gd name="connsiteY6" fmla="*/ 19489531 h 49349856"/>
              <a:gd name="connsiteX7" fmla="*/ 23530151 w 37319576"/>
              <a:gd name="connsiteY7" fmla="*/ 19476355 h 49349856"/>
              <a:gd name="connsiteX8" fmla="*/ 23530608 w 37319576"/>
              <a:gd name="connsiteY8" fmla="*/ 12691201 h 49349856"/>
              <a:gd name="connsiteX9" fmla="*/ 13783254 w 37319576"/>
              <a:gd name="connsiteY9" fmla="*/ 12691201 h 49349856"/>
              <a:gd name="connsiteX0" fmla="*/ 0 w 37319576"/>
              <a:gd name="connsiteY0" fmla="*/ 0 h 49349856"/>
              <a:gd name="connsiteX1" fmla="*/ 37228136 w 37319576"/>
              <a:gd name="connsiteY1" fmla="*/ 0 h 49349856"/>
              <a:gd name="connsiteX2" fmla="*/ 37319576 w 37319576"/>
              <a:gd name="connsiteY2" fmla="*/ 49349856 h 49349856"/>
              <a:gd name="connsiteX3" fmla="*/ 0 w 37319576"/>
              <a:gd name="connsiteY3" fmla="*/ 49349856 h 49349856"/>
              <a:gd name="connsiteX4" fmla="*/ 0 w 37319576"/>
              <a:gd name="connsiteY4" fmla="*/ 0 h 49349856"/>
              <a:gd name="connsiteX5" fmla="*/ 13783254 w 37319576"/>
              <a:gd name="connsiteY5" fmla="*/ 12691201 h 49349856"/>
              <a:gd name="connsiteX6" fmla="*/ 13754679 w 37319576"/>
              <a:gd name="connsiteY6" fmla="*/ 19489532 h 49349856"/>
              <a:gd name="connsiteX7" fmla="*/ 23530151 w 37319576"/>
              <a:gd name="connsiteY7" fmla="*/ 19476355 h 49349856"/>
              <a:gd name="connsiteX8" fmla="*/ 23530608 w 37319576"/>
              <a:gd name="connsiteY8" fmla="*/ 12691201 h 49349856"/>
              <a:gd name="connsiteX9" fmla="*/ 13783254 w 37319576"/>
              <a:gd name="connsiteY9" fmla="*/ 12691201 h 49349856"/>
              <a:gd name="connsiteX0" fmla="*/ 0 w 37319576"/>
              <a:gd name="connsiteY0" fmla="*/ 0 h 49349856"/>
              <a:gd name="connsiteX1" fmla="*/ 37228136 w 37319576"/>
              <a:gd name="connsiteY1" fmla="*/ 0 h 49349856"/>
              <a:gd name="connsiteX2" fmla="*/ 37319576 w 37319576"/>
              <a:gd name="connsiteY2" fmla="*/ 49349856 h 49349856"/>
              <a:gd name="connsiteX3" fmla="*/ 0 w 37319576"/>
              <a:gd name="connsiteY3" fmla="*/ 49349856 h 49349856"/>
              <a:gd name="connsiteX4" fmla="*/ 0 w 37319576"/>
              <a:gd name="connsiteY4" fmla="*/ 0 h 49349856"/>
              <a:gd name="connsiteX5" fmla="*/ 13842247 w 37319576"/>
              <a:gd name="connsiteY5" fmla="*/ 11675387 h 49349856"/>
              <a:gd name="connsiteX6" fmla="*/ 13754679 w 37319576"/>
              <a:gd name="connsiteY6" fmla="*/ 19489532 h 49349856"/>
              <a:gd name="connsiteX7" fmla="*/ 23530151 w 37319576"/>
              <a:gd name="connsiteY7" fmla="*/ 19476355 h 49349856"/>
              <a:gd name="connsiteX8" fmla="*/ 23530608 w 37319576"/>
              <a:gd name="connsiteY8" fmla="*/ 12691201 h 49349856"/>
              <a:gd name="connsiteX9" fmla="*/ 13842247 w 37319576"/>
              <a:gd name="connsiteY9" fmla="*/ 11675387 h 49349856"/>
              <a:gd name="connsiteX0" fmla="*/ 0 w 37319576"/>
              <a:gd name="connsiteY0" fmla="*/ 0 h 49349856"/>
              <a:gd name="connsiteX1" fmla="*/ 37228136 w 37319576"/>
              <a:gd name="connsiteY1" fmla="*/ 0 h 49349856"/>
              <a:gd name="connsiteX2" fmla="*/ 37319576 w 37319576"/>
              <a:gd name="connsiteY2" fmla="*/ 49349856 h 49349856"/>
              <a:gd name="connsiteX3" fmla="*/ 0 w 37319576"/>
              <a:gd name="connsiteY3" fmla="*/ 49349856 h 49349856"/>
              <a:gd name="connsiteX4" fmla="*/ 0 w 37319576"/>
              <a:gd name="connsiteY4" fmla="*/ 0 h 49349856"/>
              <a:gd name="connsiteX5" fmla="*/ 13842247 w 37319576"/>
              <a:gd name="connsiteY5" fmla="*/ 11215852 h 49349856"/>
              <a:gd name="connsiteX6" fmla="*/ 13754679 w 37319576"/>
              <a:gd name="connsiteY6" fmla="*/ 19489532 h 49349856"/>
              <a:gd name="connsiteX7" fmla="*/ 23530151 w 37319576"/>
              <a:gd name="connsiteY7" fmla="*/ 19476355 h 49349856"/>
              <a:gd name="connsiteX8" fmla="*/ 23530608 w 37319576"/>
              <a:gd name="connsiteY8" fmla="*/ 12691201 h 49349856"/>
              <a:gd name="connsiteX9" fmla="*/ 13842247 w 37319576"/>
              <a:gd name="connsiteY9" fmla="*/ 11215852 h 49349856"/>
              <a:gd name="connsiteX0" fmla="*/ 0 w 37319576"/>
              <a:gd name="connsiteY0" fmla="*/ 0 h 49349856"/>
              <a:gd name="connsiteX1" fmla="*/ 37228136 w 37319576"/>
              <a:gd name="connsiteY1" fmla="*/ 0 h 49349856"/>
              <a:gd name="connsiteX2" fmla="*/ 37319576 w 37319576"/>
              <a:gd name="connsiteY2" fmla="*/ 49349856 h 49349856"/>
              <a:gd name="connsiteX3" fmla="*/ 0 w 37319576"/>
              <a:gd name="connsiteY3" fmla="*/ 49349856 h 49349856"/>
              <a:gd name="connsiteX4" fmla="*/ 0 w 37319576"/>
              <a:gd name="connsiteY4" fmla="*/ 0 h 49349856"/>
              <a:gd name="connsiteX5" fmla="*/ 13842247 w 37319576"/>
              <a:gd name="connsiteY5" fmla="*/ 11385155 h 49349856"/>
              <a:gd name="connsiteX6" fmla="*/ 13754679 w 37319576"/>
              <a:gd name="connsiteY6" fmla="*/ 19489532 h 49349856"/>
              <a:gd name="connsiteX7" fmla="*/ 23530151 w 37319576"/>
              <a:gd name="connsiteY7" fmla="*/ 19476355 h 49349856"/>
              <a:gd name="connsiteX8" fmla="*/ 23530608 w 37319576"/>
              <a:gd name="connsiteY8" fmla="*/ 12691201 h 49349856"/>
              <a:gd name="connsiteX9" fmla="*/ 13842247 w 37319576"/>
              <a:gd name="connsiteY9" fmla="*/ 11385155 h 49349856"/>
              <a:gd name="connsiteX0" fmla="*/ 0 w 37319576"/>
              <a:gd name="connsiteY0" fmla="*/ 0 h 49349856"/>
              <a:gd name="connsiteX1" fmla="*/ 37228136 w 37319576"/>
              <a:gd name="connsiteY1" fmla="*/ 0 h 49349856"/>
              <a:gd name="connsiteX2" fmla="*/ 37319576 w 37319576"/>
              <a:gd name="connsiteY2" fmla="*/ 49349856 h 49349856"/>
              <a:gd name="connsiteX3" fmla="*/ 0 w 37319576"/>
              <a:gd name="connsiteY3" fmla="*/ 49349856 h 49349856"/>
              <a:gd name="connsiteX4" fmla="*/ 0 w 37319576"/>
              <a:gd name="connsiteY4" fmla="*/ 0 h 49349856"/>
              <a:gd name="connsiteX5" fmla="*/ 13842247 w 37319576"/>
              <a:gd name="connsiteY5" fmla="*/ 11385155 h 49349856"/>
              <a:gd name="connsiteX6" fmla="*/ 13754679 w 37319576"/>
              <a:gd name="connsiteY6" fmla="*/ 19489532 h 49349856"/>
              <a:gd name="connsiteX7" fmla="*/ 23530151 w 37319576"/>
              <a:gd name="connsiteY7" fmla="*/ 19476355 h 49349856"/>
              <a:gd name="connsiteX8" fmla="*/ 23235640 w 37319576"/>
              <a:gd name="connsiteY8" fmla="*/ 11409340 h 49349856"/>
              <a:gd name="connsiteX9" fmla="*/ 13842247 w 37319576"/>
              <a:gd name="connsiteY9" fmla="*/ 11385155 h 49349856"/>
              <a:gd name="connsiteX0" fmla="*/ 0 w 37319576"/>
              <a:gd name="connsiteY0" fmla="*/ 0 h 49349856"/>
              <a:gd name="connsiteX1" fmla="*/ 37228136 w 37319576"/>
              <a:gd name="connsiteY1" fmla="*/ 0 h 49349856"/>
              <a:gd name="connsiteX2" fmla="*/ 37319576 w 37319576"/>
              <a:gd name="connsiteY2" fmla="*/ 49349856 h 49349856"/>
              <a:gd name="connsiteX3" fmla="*/ 0 w 37319576"/>
              <a:gd name="connsiteY3" fmla="*/ 49349856 h 49349856"/>
              <a:gd name="connsiteX4" fmla="*/ 0 w 37319576"/>
              <a:gd name="connsiteY4" fmla="*/ 0 h 49349856"/>
              <a:gd name="connsiteX5" fmla="*/ 13842247 w 37319576"/>
              <a:gd name="connsiteY5" fmla="*/ 11385155 h 49349856"/>
              <a:gd name="connsiteX6" fmla="*/ 13754679 w 37319576"/>
              <a:gd name="connsiteY6" fmla="*/ 19489532 h 49349856"/>
              <a:gd name="connsiteX7" fmla="*/ 23530151 w 37319576"/>
              <a:gd name="connsiteY7" fmla="*/ 19476355 h 49349856"/>
              <a:gd name="connsiteX8" fmla="*/ 23412621 w 37319576"/>
              <a:gd name="connsiteY8" fmla="*/ 11457712 h 49349856"/>
              <a:gd name="connsiteX9" fmla="*/ 13842247 w 37319576"/>
              <a:gd name="connsiteY9" fmla="*/ 11385155 h 49349856"/>
              <a:gd name="connsiteX0" fmla="*/ 0 w 37319576"/>
              <a:gd name="connsiteY0" fmla="*/ 0 h 49349856"/>
              <a:gd name="connsiteX1" fmla="*/ 37228136 w 37319576"/>
              <a:gd name="connsiteY1" fmla="*/ 0 h 49349856"/>
              <a:gd name="connsiteX2" fmla="*/ 37319576 w 37319576"/>
              <a:gd name="connsiteY2" fmla="*/ 49349856 h 49349856"/>
              <a:gd name="connsiteX3" fmla="*/ 0 w 37319576"/>
              <a:gd name="connsiteY3" fmla="*/ 49349856 h 49349856"/>
              <a:gd name="connsiteX4" fmla="*/ 0 w 37319576"/>
              <a:gd name="connsiteY4" fmla="*/ 0 h 49349856"/>
              <a:gd name="connsiteX5" fmla="*/ 13842247 w 37319576"/>
              <a:gd name="connsiteY5" fmla="*/ 11385155 h 49349856"/>
              <a:gd name="connsiteX6" fmla="*/ 13754679 w 37319576"/>
              <a:gd name="connsiteY6" fmla="*/ 19489532 h 49349856"/>
              <a:gd name="connsiteX7" fmla="*/ 23530151 w 37319576"/>
              <a:gd name="connsiteY7" fmla="*/ 19476355 h 49349856"/>
              <a:gd name="connsiteX8" fmla="*/ 23442117 w 37319576"/>
              <a:gd name="connsiteY8" fmla="*/ 11264223 h 49349856"/>
              <a:gd name="connsiteX9" fmla="*/ 13842247 w 37319576"/>
              <a:gd name="connsiteY9" fmla="*/ 11385155 h 49349856"/>
              <a:gd name="connsiteX0" fmla="*/ 0 w 37319576"/>
              <a:gd name="connsiteY0" fmla="*/ 0 h 49349856"/>
              <a:gd name="connsiteX1" fmla="*/ 37228136 w 37319576"/>
              <a:gd name="connsiteY1" fmla="*/ 0 h 49349856"/>
              <a:gd name="connsiteX2" fmla="*/ 37319576 w 37319576"/>
              <a:gd name="connsiteY2" fmla="*/ 49349856 h 49349856"/>
              <a:gd name="connsiteX3" fmla="*/ 0 w 37319576"/>
              <a:gd name="connsiteY3" fmla="*/ 49349856 h 49349856"/>
              <a:gd name="connsiteX4" fmla="*/ 0 w 37319576"/>
              <a:gd name="connsiteY4" fmla="*/ 0 h 49349856"/>
              <a:gd name="connsiteX5" fmla="*/ 13842247 w 37319576"/>
              <a:gd name="connsiteY5" fmla="*/ 11385155 h 49349856"/>
              <a:gd name="connsiteX6" fmla="*/ 13754679 w 37319576"/>
              <a:gd name="connsiteY6" fmla="*/ 19489532 h 49349856"/>
              <a:gd name="connsiteX7" fmla="*/ 23530151 w 37319576"/>
              <a:gd name="connsiteY7" fmla="*/ 19476355 h 49349856"/>
              <a:gd name="connsiteX8" fmla="*/ 23442116 w 37319576"/>
              <a:gd name="connsiteY8" fmla="*/ 11385152 h 49349856"/>
              <a:gd name="connsiteX9" fmla="*/ 13842247 w 37319576"/>
              <a:gd name="connsiteY9" fmla="*/ 11385155 h 49349856"/>
              <a:gd name="connsiteX0" fmla="*/ 0 w 37319576"/>
              <a:gd name="connsiteY0" fmla="*/ 0 h 49349856"/>
              <a:gd name="connsiteX1" fmla="*/ 37228136 w 37319576"/>
              <a:gd name="connsiteY1" fmla="*/ 0 h 49349856"/>
              <a:gd name="connsiteX2" fmla="*/ 37319576 w 37319576"/>
              <a:gd name="connsiteY2" fmla="*/ 49349856 h 49349856"/>
              <a:gd name="connsiteX3" fmla="*/ 0 w 37319576"/>
              <a:gd name="connsiteY3" fmla="*/ 49349856 h 49349856"/>
              <a:gd name="connsiteX4" fmla="*/ 0 w 37319576"/>
              <a:gd name="connsiteY4" fmla="*/ 0 h 49349856"/>
              <a:gd name="connsiteX5" fmla="*/ 13842247 w 37319576"/>
              <a:gd name="connsiteY5" fmla="*/ 11385155 h 49349856"/>
              <a:gd name="connsiteX6" fmla="*/ 13754679 w 37319576"/>
              <a:gd name="connsiteY6" fmla="*/ 19489532 h 49349856"/>
              <a:gd name="connsiteX7" fmla="*/ 23530151 w 37319576"/>
              <a:gd name="connsiteY7" fmla="*/ 19476355 h 49349856"/>
              <a:gd name="connsiteX8" fmla="*/ 23442116 w 37319576"/>
              <a:gd name="connsiteY8" fmla="*/ 11336780 h 49349856"/>
              <a:gd name="connsiteX9" fmla="*/ 13842247 w 37319576"/>
              <a:gd name="connsiteY9" fmla="*/ 11385155 h 49349856"/>
              <a:gd name="connsiteX0" fmla="*/ 0 w 37319576"/>
              <a:gd name="connsiteY0" fmla="*/ 0 h 49349856"/>
              <a:gd name="connsiteX1" fmla="*/ 37228136 w 37319576"/>
              <a:gd name="connsiteY1" fmla="*/ 0 h 49349856"/>
              <a:gd name="connsiteX2" fmla="*/ 37319576 w 37319576"/>
              <a:gd name="connsiteY2" fmla="*/ 49349856 h 49349856"/>
              <a:gd name="connsiteX3" fmla="*/ 0 w 37319576"/>
              <a:gd name="connsiteY3" fmla="*/ 49349856 h 49349856"/>
              <a:gd name="connsiteX4" fmla="*/ 0 w 37319576"/>
              <a:gd name="connsiteY4" fmla="*/ 0 h 49349856"/>
              <a:gd name="connsiteX5" fmla="*/ 13842247 w 37319576"/>
              <a:gd name="connsiteY5" fmla="*/ 11385155 h 49349856"/>
              <a:gd name="connsiteX6" fmla="*/ 13754679 w 37319576"/>
              <a:gd name="connsiteY6" fmla="*/ 19489532 h 49349856"/>
              <a:gd name="connsiteX7" fmla="*/ 23530151 w 37319576"/>
              <a:gd name="connsiteY7" fmla="*/ 19476355 h 49349856"/>
              <a:gd name="connsiteX8" fmla="*/ 23442116 w 37319576"/>
              <a:gd name="connsiteY8" fmla="*/ 11360966 h 49349856"/>
              <a:gd name="connsiteX9" fmla="*/ 13842247 w 37319576"/>
              <a:gd name="connsiteY9" fmla="*/ 11385155 h 49349856"/>
              <a:gd name="connsiteX0" fmla="*/ 0 w 37319576"/>
              <a:gd name="connsiteY0" fmla="*/ 0 h 49349856"/>
              <a:gd name="connsiteX1" fmla="*/ 37228136 w 37319576"/>
              <a:gd name="connsiteY1" fmla="*/ 0 h 49349856"/>
              <a:gd name="connsiteX2" fmla="*/ 37319576 w 37319576"/>
              <a:gd name="connsiteY2" fmla="*/ 49349856 h 49349856"/>
              <a:gd name="connsiteX3" fmla="*/ 0 w 37319576"/>
              <a:gd name="connsiteY3" fmla="*/ 49349856 h 49349856"/>
              <a:gd name="connsiteX4" fmla="*/ 0 w 37319576"/>
              <a:gd name="connsiteY4" fmla="*/ 0 h 49349856"/>
              <a:gd name="connsiteX5" fmla="*/ 13842247 w 37319576"/>
              <a:gd name="connsiteY5" fmla="*/ 11385155 h 49349856"/>
              <a:gd name="connsiteX6" fmla="*/ 13754679 w 37319576"/>
              <a:gd name="connsiteY6" fmla="*/ 19489532 h 49349856"/>
              <a:gd name="connsiteX7" fmla="*/ 23530151 w 37319576"/>
              <a:gd name="connsiteY7" fmla="*/ 19476355 h 49349856"/>
              <a:gd name="connsiteX8" fmla="*/ 23442116 w 37319576"/>
              <a:gd name="connsiteY8" fmla="*/ 11360966 h 49349856"/>
              <a:gd name="connsiteX9" fmla="*/ 13842247 w 37319576"/>
              <a:gd name="connsiteY9" fmla="*/ 11385155 h 49349856"/>
              <a:gd name="connsiteX0" fmla="*/ 0 w 37319576"/>
              <a:gd name="connsiteY0" fmla="*/ 0 h 49349856"/>
              <a:gd name="connsiteX1" fmla="*/ 37228136 w 37319576"/>
              <a:gd name="connsiteY1" fmla="*/ 0 h 49349856"/>
              <a:gd name="connsiteX2" fmla="*/ 37319576 w 37319576"/>
              <a:gd name="connsiteY2" fmla="*/ 49349856 h 49349856"/>
              <a:gd name="connsiteX3" fmla="*/ 0 w 37319576"/>
              <a:gd name="connsiteY3" fmla="*/ 49349856 h 49349856"/>
              <a:gd name="connsiteX4" fmla="*/ 0 w 37319576"/>
              <a:gd name="connsiteY4" fmla="*/ 0 h 49349856"/>
              <a:gd name="connsiteX5" fmla="*/ 13842247 w 37319576"/>
              <a:gd name="connsiteY5" fmla="*/ 11385155 h 49349856"/>
              <a:gd name="connsiteX6" fmla="*/ 13754679 w 37319576"/>
              <a:gd name="connsiteY6" fmla="*/ 19489532 h 49349856"/>
              <a:gd name="connsiteX7" fmla="*/ 23530151 w 37319576"/>
              <a:gd name="connsiteY7" fmla="*/ 19476355 h 49349856"/>
              <a:gd name="connsiteX8" fmla="*/ 23429416 w 37319576"/>
              <a:gd name="connsiteY8" fmla="*/ 11340139 h 49349856"/>
              <a:gd name="connsiteX9" fmla="*/ 13842247 w 37319576"/>
              <a:gd name="connsiteY9" fmla="*/ 11385155 h 49349856"/>
              <a:gd name="connsiteX0" fmla="*/ 0 w 37319576"/>
              <a:gd name="connsiteY0" fmla="*/ 0 h 49349856"/>
              <a:gd name="connsiteX1" fmla="*/ 37228136 w 37319576"/>
              <a:gd name="connsiteY1" fmla="*/ 0 h 49349856"/>
              <a:gd name="connsiteX2" fmla="*/ 37319576 w 37319576"/>
              <a:gd name="connsiteY2" fmla="*/ 49349856 h 49349856"/>
              <a:gd name="connsiteX3" fmla="*/ 0 w 37319576"/>
              <a:gd name="connsiteY3" fmla="*/ 49349856 h 49349856"/>
              <a:gd name="connsiteX4" fmla="*/ 0 w 37319576"/>
              <a:gd name="connsiteY4" fmla="*/ 0 h 49349856"/>
              <a:gd name="connsiteX5" fmla="*/ 13842247 w 37319576"/>
              <a:gd name="connsiteY5" fmla="*/ 11385155 h 49349856"/>
              <a:gd name="connsiteX6" fmla="*/ 13754679 w 37319576"/>
              <a:gd name="connsiteY6" fmla="*/ 19489532 h 49349856"/>
              <a:gd name="connsiteX7" fmla="*/ 23530151 w 37319576"/>
              <a:gd name="connsiteY7" fmla="*/ 19476355 h 49349856"/>
              <a:gd name="connsiteX8" fmla="*/ 23429416 w 37319576"/>
              <a:gd name="connsiteY8" fmla="*/ 11392207 h 49349856"/>
              <a:gd name="connsiteX9" fmla="*/ 13842247 w 37319576"/>
              <a:gd name="connsiteY9" fmla="*/ 11385155 h 49349856"/>
              <a:gd name="connsiteX0" fmla="*/ 0 w 37319576"/>
              <a:gd name="connsiteY0" fmla="*/ 0 h 49349856"/>
              <a:gd name="connsiteX1" fmla="*/ 37228136 w 37319576"/>
              <a:gd name="connsiteY1" fmla="*/ 0 h 49349856"/>
              <a:gd name="connsiteX2" fmla="*/ 37319576 w 37319576"/>
              <a:gd name="connsiteY2" fmla="*/ 49349856 h 49349856"/>
              <a:gd name="connsiteX3" fmla="*/ 0 w 37319576"/>
              <a:gd name="connsiteY3" fmla="*/ 49349856 h 49349856"/>
              <a:gd name="connsiteX4" fmla="*/ 0 w 37319576"/>
              <a:gd name="connsiteY4" fmla="*/ 0 h 49349856"/>
              <a:gd name="connsiteX5" fmla="*/ 13842247 w 37319576"/>
              <a:gd name="connsiteY5" fmla="*/ 11385155 h 49349856"/>
              <a:gd name="connsiteX6" fmla="*/ 13754679 w 37319576"/>
              <a:gd name="connsiteY6" fmla="*/ 19489532 h 49349856"/>
              <a:gd name="connsiteX7" fmla="*/ 23441252 w 37319576"/>
              <a:gd name="connsiteY7" fmla="*/ 17383255 h 49349856"/>
              <a:gd name="connsiteX8" fmla="*/ 23429416 w 37319576"/>
              <a:gd name="connsiteY8" fmla="*/ 11392207 h 49349856"/>
              <a:gd name="connsiteX9" fmla="*/ 13842247 w 37319576"/>
              <a:gd name="connsiteY9" fmla="*/ 11385155 h 49349856"/>
              <a:gd name="connsiteX0" fmla="*/ 0 w 37319576"/>
              <a:gd name="connsiteY0" fmla="*/ 0 h 49349856"/>
              <a:gd name="connsiteX1" fmla="*/ 37228136 w 37319576"/>
              <a:gd name="connsiteY1" fmla="*/ 0 h 49349856"/>
              <a:gd name="connsiteX2" fmla="*/ 37319576 w 37319576"/>
              <a:gd name="connsiteY2" fmla="*/ 49349856 h 49349856"/>
              <a:gd name="connsiteX3" fmla="*/ 0 w 37319576"/>
              <a:gd name="connsiteY3" fmla="*/ 49349856 h 49349856"/>
              <a:gd name="connsiteX4" fmla="*/ 0 w 37319576"/>
              <a:gd name="connsiteY4" fmla="*/ 0 h 49349856"/>
              <a:gd name="connsiteX5" fmla="*/ 13842247 w 37319576"/>
              <a:gd name="connsiteY5" fmla="*/ 11385155 h 49349856"/>
              <a:gd name="connsiteX6" fmla="*/ 13792779 w 37319576"/>
              <a:gd name="connsiteY6" fmla="*/ 17406844 h 49349856"/>
              <a:gd name="connsiteX7" fmla="*/ 23441252 w 37319576"/>
              <a:gd name="connsiteY7" fmla="*/ 17383255 h 49349856"/>
              <a:gd name="connsiteX8" fmla="*/ 23429416 w 37319576"/>
              <a:gd name="connsiteY8" fmla="*/ 11392207 h 49349856"/>
              <a:gd name="connsiteX9" fmla="*/ 13842247 w 37319576"/>
              <a:gd name="connsiteY9" fmla="*/ 11385155 h 49349856"/>
              <a:gd name="connsiteX0" fmla="*/ 0 w 37319576"/>
              <a:gd name="connsiteY0" fmla="*/ 0 h 49349856"/>
              <a:gd name="connsiteX1" fmla="*/ 37228136 w 37319576"/>
              <a:gd name="connsiteY1" fmla="*/ 0 h 49349856"/>
              <a:gd name="connsiteX2" fmla="*/ 37319576 w 37319576"/>
              <a:gd name="connsiteY2" fmla="*/ 49349856 h 49349856"/>
              <a:gd name="connsiteX3" fmla="*/ 0 w 37319576"/>
              <a:gd name="connsiteY3" fmla="*/ 49349856 h 49349856"/>
              <a:gd name="connsiteX4" fmla="*/ 0 w 37319576"/>
              <a:gd name="connsiteY4" fmla="*/ 0 h 49349856"/>
              <a:gd name="connsiteX5" fmla="*/ 13842247 w 37319576"/>
              <a:gd name="connsiteY5" fmla="*/ 11385155 h 49349856"/>
              <a:gd name="connsiteX6" fmla="*/ 13792779 w 37319576"/>
              <a:gd name="connsiteY6" fmla="*/ 17406844 h 49349856"/>
              <a:gd name="connsiteX7" fmla="*/ 23428552 w 37319576"/>
              <a:gd name="connsiteY7" fmla="*/ 17393669 h 49349856"/>
              <a:gd name="connsiteX8" fmla="*/ 23429416 w 37319576"/>
              <a:gd name="connsiteY8" fmla="*/ 11392207 h 49349856"/>
              <a:gd name="connsiteX9" fmla="*/ 13842247 w 37319576"/>
              <a:gd name="connsiteY9" fmla="*/ 11385155 h 49349856"/>
              <a:gd name="connsiteX0" fmla="*/ 0 w 37319576"/>
              <a:gd name="connsiteY0" fmla="*/ 0 h 49349856"/>
              <a:gd name="connsiteX1" fmla="*/ 37228136 w 37319576"/>
              <a:gd name="connsiteY1" fmla="*/ 0 h 49349856"/>
              <a:gd name="connsiteX2" fmla="*/ 37319576 w 37319576"/>
              <a:gd name="connsiteY2" fmla="*/ 49349856 h 49349856"/>
              <a:gd name="connsiteX3" fmla="*/ 0 w 37319576"/>
              <a:gd name="connsiteY3" fmla="*/ 49349856 h 49349856"/>
              <a:gd name="connsiteX4" fmla="*/ 0 w 37319576"/>
              <a:gd name="connsiteY4" fmla="*/ 0 h 49349856"/>
              <a:gd name="connsiteX5" fmla="*/ 13842247 w 37319576"/>
              <a:gd name="connsiteY5" fmla="*/ 11385155 h 49349856"/>
              <a:gd name="connsiteX6" fmla="*/ 13792779 w 37319576"/>
              <a:gd name="connsiteY6" fmla="*/ 17406844 h 49349856"/>
              <a:gd name="connsiteX7" fmla="*/ 23428552 w 37319576"/>
              <a:gd name="connsiteY7" fmla="*/ 17404082 h 49349856"/>
              <a:gd name="connsiteX8" fmla="*/ 23429416 w 37319576"/>
              <a:gd name="connsiteY8" fmla="*/ 11392207 h 49349856"/>
              <a:gd name="connsiteX9" fmla="*/ 13842247 w 37319576"/>
              <a:gd name="connsiteY9" fmla="*/ 11385155 h 49349856"/>
              <a:gd name="connsiteX0" fmla="*/ 0 w 37319576"/>
              <a:gd name="connsiteY0" fmla="*/ 0 h 49349856"/>
              <a:gd name="connsiteX1" fmla="*/ 37228136 w 37319576"/>
              <a:gd name="connsiteY1" fmla="*/ 0 h 49349856"/>
              <a:gd name="connsiteX2" fmla="*/ 37319576 w 37319576"/>
              <a:gd name="connsiteY2" fmla="*/ 49349856 h 49349856"/>
              <a:gd name="connsiteX3" fmla="*/ 0 w 37319576"/>
              <a:gd name="connsiteY3" fmla="*/ 49349856 h 49349856"/>
              <a:gd name="connsiteX4" fmla="*/ 0 w 37319576"/>
              <a:gd name="connsiteY4" fmla="*/ 0 h 49349856"/>
              <a:gd name="connsiteX5" fmla="*/ 13842247 w 37319576"/>
              <a:gd name="connsiteY5" fmla="*/ 11385155 h 49349856"/>
              <a:gd name="connsiteX6" fmla="*/ 13868979 w 37319576"/>
              <a:gd name="connsiteY6" fmla="*/ 17386017 h 49349856"/>
              <a:gd name="connsiteX7" fmla="*/ 23428552 w 37319576"/>
              <a:gd name="connsiteY7" fmla="*/ 17404082 h 49349856"/>
              <a:gd name="connsiteX8" fmla="*/ 23429416 w 37319576"/>
              <a:gd name="connsiteY8" fmla="*/ 11392207 h 49349856"/>
              <a:gd name="connsiteX9" fmla="*/ 13842247 w 37319576"/>
              <a:gd name="connsiteY9" fmla="*/ 11385155 h 49349856"/>
              <a:gd name="connsiteX0" fmla="*/ 0 w 37319576"/>
              <a:gd name="connsiteY0" fmla="*/ 0 h 49349856"/>
              <a:gd name="connsiteX1" fmla="*/ 37228136 w 37319576"/>
              <a:gd name="connsiteY1" fmla="*/ 0 h 49349856"/>
              <a:gd name="connsiteX2" fmla="*/ 37319576 w 37319576"/>
              <a:gd name="connsiteY2" fmla="*/ 49349856 h 49349856"/>
              <a:gd name="connsiteX3" fmla="*/ 0 w 37319576"/>
              <a:gd name="connsiteY3" fmla="*/ 49349856 h 49349856"/>
              <a:gd name="connsiteX4" fmla="*/ 0 w 37319576"/>
              <a:gd name="connsiteY4" fmla="*/ 0 h 49349856"/>
              <a:gd name="connsiteX5" fmla="*/ 13842247 w 37319576"/>
              <a:gd name="connsiteY5" fmla="*/ 11385155 h 49349856"/>
              <a:gd name="connsiteX6" fmla="*/ 13843579 w 37319576"/>
              <a:gd name="connsiteY6" fmla="*/ 17386015 h 49349856"/>
              <a:gd name="connsiteX7" fmla="*/ 23428552 w 37319576"/>
              <a:gd name="connsiteY7" fmla="*/ 17404082 h 49349856"/>
              <a:gd name="connsiteX8" fmla="*/ 23429416 w 37319576"/>
              <a:gd name="connsiteY8" fmla="*/ 11392207 h 49349856"/>
              <a:gd name="connsiteX9" fmla="*/ 13842247 w 37319576"/>
              <a:gd name="connsiteY9" fmla="*/ 11385155 h 49349856"/>
              <a:gd name="connsiteX0" fmla="*/ 0 w 37319576"/>
              <a:gd name="connsiteY0" fmla="*/ 0 h 49349856"/>
              <a:gd name="connsiteX1" fmla="*/ 37228136 w 37319576"/>
              <a:gd name="connsiteY1" fmla="*/ 0 h 49349856"/>
              <a:gd name="connsiteX2" fmla="*/ 37319576 w 37319576"/>
              <a:gd name="connsiteY2" fmla="*/ 49349856 h 49349856"/>
              <a:gd name="connsiteX3" fmla="*/ 0 w 37319576"/>
              <a:gd name="connsiteY3" fmla="*/ 49349856 h 49349856"/>
              <a:gd name="connsiteX4" fmla="*/ 0 w 37319576"/>
              <a:gd name="connsiteY4" fmla="*/ 0 h 49349856"/>
              <a:gd name="connsiteX5" fmla="*/ 13842247 w 37319576"/>
              <a:gd name="connsiteY5" fmla="*/ 11603837 h 49349856"/>
              <a:gd name="connsiteX6" fmla="*/ 13843579 w 37319576"/>
              <a:gd name="connsiteY6" fmla="*/ 17386015 h 49349856"/>
              <a:gd name="connsiteX7" fmla="*/ 23428552 w 37319576"/>
              <a:gd name="connsiteY7" fmla="*/ 17404082 h 49349856"/>
              <a:gd name="connsiteX8" fmla="*/ 23429416 w 37319576"/>
              <a:gd name="connsiteY8" fmla="*/ 11392207 h 49349856"/>
              <a:gd name="connsiteX9" fmla="*/ 13842247 w 37319576"/>
              <a:gd name="connsiteY9" fmla="*/ 11603837 h 49349856"/>
              <a:gd name="connsiteX0" fmla="*/ 0 w 37319576"/>
              <a:gd name="connsiteY0" fmla="*/ 0 h 49349856"/>
              <a:gd name="connsiteX1" fmla="*/ 37228136 w 37319576"/>
              <a:gd name="connsiteY1" fmla="*/ 0 h 49349856"/>
              <a:gd name="connsiteX2" fmla="*/ 37319576 w 37319576"/>
              <a:gd name="connsiteY2" fmla="*/ 49349856 h 49349856"/>
              <a:gd name="connsiteX3" fmla="*/ 0 w 37319576"/>
              <a:gd name="connsiteY3" fmla="*/ 49349856 h 49349856"/>
              <a:gd name="connsiteX4" fmla="*/ 0 w 37319576"/>
              <a:gd name="connsiteY4" fmla="*/ 0 h 49349856"/>
              <a:gd name="connsiteX5" fmla="*/ 13842247 w 37319576"/>
              <a:gd name="connsiteY5" fmla="*/ 11603837 h 49349856"/>
              <a:gd name="connsiteX6" fmla="*/ 13830879 w 37319576"/>
              <a:gd name="connsiteY6" fmla="*/ 17448496 h 49349856"/>
              <a:gd name="connsiteX7" fmla="*/ 23428552 w 37319576"/>
              <a:gd name="connsiteY7" fmla="*/ 17404082 h 49349856"/>
              <a:gd name="connsiteX8" fmla="*/ 23429416 w 37319576"/>
              <a:gd name="connsiteY8" fmla="*/ 11392207 h 49349856"/>
              <a:gd name="connsiteX9" fmla="*/ 13842247 w 37319576"/>
              <a:gd name="connsiteY9" fmla="*/ 11603837 h 49349856"/>
              <a:gd name="connsiteX0" fmla="*/ 0 w 37319576"/>
              <a:gd name="connsiteY0" fmla="*/ 0 h 49349856"/>
              <a:gd name="connsiteX1" fmla="*/ 37228136 w 37319576"/>
              <a:gd name="connsiteY1" fmla="*/ 0 h 49349856"/>
              <a:gd name="connsiteX2" fmla="*/ 37319576 w 37319576"/>
              <a:gd name="connsiteY2" fmla="*/ 49349856 h 49349856"/>
              <a:gd name="connsiteX3" fmla="*/ 0 w 37319576"/>
              <a:gd name="connsiteY3" fmla="*/ 49349856 h 49349856"/>
              <a:gd name="connsiteX4" fmla="*/ 0 w 37319576"/>
              <a:gd name="connsiteY4" fmla="*/ 0 h 49349856"/>
              <a:gd name="connsiteX5" fmla="*/ 13842247 w 37319576"/>
              <a:gd name="connsiteY5" fmla="*/ 11603837 h 49349856"/>
              <a:gd name="connsiteX6" fmla="*/ 13830879 w 37319576"/>
              <a:gd name="connsiteY6" fmla="*/ 17448496 h 49349856"/>
              <a:gd name="connsiteX7" fmla="*/ 23339652 w 37319576"/>
              <a:gd name="connsiteY7" fmla="*/ 17508217 h 49349856"/>
              <a:gd name="connsiteX8" fmla="*/ 23429416 w 37319576"/>
              <a:gd name="connsiteY8" fmla="*/ 11392207 h 49349856"/>
              <a:gd name="connsiteX9" fmla="*/ 13842247 w 37319576"/>
              <a:gd name="connsiteY9" fmla="*/ 11603837 h 49349856"/>
              <a:gd name="connsiteX0" fmla="*/ 0 w 37319576"/>
              <a:gd name="connsiteY0" fmla="*/ 0 h 49349856"/>
              <a:gd name="connsiteX1" fmla="*/ 37228136 w 37319576"/>
              <a:gd name="connsiteY1" fmla="*/ 0 h 49349856"/>
              <a:gd name="connsiteX2" fmla="*/ 37319576 w 37319576"/>
              <a:gd name="connsiteY2" fmla="*/ 49349856 h 49349856"/>
              <a:gd name="connsiteX3" fmla="*/ 0 w 37319576"/>
              <a:gd name="connsiteY3" fmla="*/ 49349856 h 49349856"/>
              <a:gd name="connsiteX4" fmla="*/ 0 w 37319576"/>
              <a:gd name="connsiteY4" fmla="*/ 0 h 49349856"/>
              <a:gd name="connsiteX5" fmla="*/ 13842247 w 37319576"/>
              <a:gd name="connsiteY5" fmla="*/ 11603837 h 49349856"/>
              <a:gd name="connsiteX6" fmla="*/ 13830879 w 37319576"/>
              <a:gd name="connsiteY6" fmla="*/ 17448496 h 49349856"/>
              <a:gd name="connsiteX7" fmla="*/ 23339652 w 37319576"/>
              <a:gd name="connsiteY7" fmla="*/ 17508217 h 49349856"/>
              <a:gd name="connsiteX8" fmla="*/ 23315116 w 37319576"/>
              <a:gd name="connsiteY8" fmla="*/ 11558822 h 49349856"/>
              <a:gd name="connsiteX9" fmla="*/ 13842247 w 37319576"/>
              <a:gd name="connsiteY9" fmla="*/ 11603837 h 49349856"/>
              <a:gd name="connsiteX0" fmla="*/ 0 w 37319576"/>
              <a:gd name="connsiteY0" fmla="*/ 0 h 49349856"/>
              <a:gd name="connsiteX1" fmla="*/ 37228136 w 37319576"/>
              <a:gd name="connsiteY1" fmla="*/ 0 h 49349856"/>
              <a:gd name="connsiteX2" fmla="*/ 37319576 w 37319576"/>
              <a:gd name="connsiteY2" fmla="*/ 49349856 h 49349856"/>
              <a:gd name="connsiteX3" fmla="*/ 0 w 37319576"/>
              <a:gd name="connsiteY3" fmla="*/ 49349856 h 49349856"/>
              <a:gd name="connsiteX4" fmla="*/ 0 w 37319576"/>
              <a:gd name="connsiteY4" fmla="*/ 0 h 49349856"/>
              <a:gd name="connsiteX5" fmla="*/ 13842247 w 37319576"/>
              <a:gd name="connsiteY5" fmla="*/ 11603837 h 49349856"/>
              <a:gd name="connsiteX6" fmla="*/ 13830879 w 37319576"/>
              <a:gd name="connsiteY6" fmla="*/ 17448496 h 49349856"/>
              <a:gd name="connsiteX7" fmla="*/ 23339652 w 37319576"/>
              <a:gd name="connsiteY7" fmla="*/ 17508217 h 49349856"/>
              <a:gd name="connsiteX8" fmla="*/ 23315116 w 37319576"/>
              <a:gd name="connsiteY8" fmla="*/ 11579649 h 49349856"/>
              <a:gd name="connsiteX9" fmla="*/ 13842247 w 37319576"/>
              <a:gd name="connsiteY9" fmla="*/ 11603837 h 49349856"/>
              <a:gd name="connsiteX0" fmla="*/ 0 w 37319576"/>
              <a:gd name="connsiteY0" fmla="*/ 0 h 49349856"/>
              <a:gd name="connsiteX1" fmla="*/ 37228136 w 37319576"/>
              <a:gd name="connsiteY1" fmla="*/ 0 h 49349856"/>
              <a:gd name="connsiteX2" fmla="*/ 37319576 w 37319576"/>
              <a:gd name="connsiteY2" fmla="*/ 49349856 h 49349856"/>
              <a:gd name="connsiteX3" fmla="*/ 0 w 37319576"/>
              <a:gd name="connsiteY3" fmla="*/ 49349856 h 49349856"/>
              <a:gd name="connsiteX4" fmla="*/ 0 w 37319576"/>
              <a:gd name="connsiteY4" fmla="*/ 0 h 49349856"/>
              <a:gd name="connsiteX5" fmla="*/ 13842247 w 37319576"/>
              <a:gd name="connsiteY5" fmla="*/ 11603837 h 49349856"/>
              <a:gd name="connsiteX6" fmla="*/ 13830879 w 37319576"/>
              <a:gd name="connsiteY6" fmla="*/ 17448496 h 49349856"/>
              <a:gd name="connsiteX7" fmla="*/ 23339652 w 37319576"/>
              <a:gd name="connsiteY7" fmla="*/ 17508217 h 49349856"/>
              <a:gd name="connsiteX8" fmla="*/ 23315116 w 37319576"/>
              <a:gd name="connsiteY8" fmla="*/ 11600476 h 49349856"/>
              <a:gd name="connsiteX9" fmla="*/ 13842247 w 37319576"/>
              <a:gd name="connsiteY9" fmla="*/ 11603837 h 49349856"/>
              <a:gd name="connsiteX0" fmla="*/ 0 w 37319576"/>
              <a:gd name="connsiteY0" fmla="*/ 0 h 49349856"/>
              <a:gd name="connsiteX1" fmla="*/ 37228136 w 37319576"/>
              <a:gd name="connsiteY1" fmla="*/ 0 h 49349856"/>
              <a:gd name="connsiteX2" fmla="*/ 37319576 w 37319576"/>
              <a:gd name="connsiteY2" fmla="*/ 49349856 h 49349856"/>
              <a:gd name="connsiteX3" fmla="*/ 0 w 37319576"/>
              <a:gd name="connsiteY3" fmla="*/ 49349856 h 49349856"/>
              <a:gd name="connsiteX4" fmla="*/ 0 w 37319576"/>
              <a:gd name="connsiteY4" fmla="*/ 0 h 49349856"/>
              <a:gd name="connsiteX5" fmla="*/ 13842247 w 37319576"/>
              <a:gd name="connsiteY5" fmla="*/ 11603837 h 49349856"/>
              <a:gd name="connsiteX6" fmla="*/ 13830879 w 37319576"/>
              <a:gd name="connsiteY6" fmla="*/ 17448496 h 49349856"/>
              <a:gd name="connsiteX7" fmla="*/ 23339652 w 37319576"/>
              <a:gd name="connsiteY7" fmla="*/ 17508217 h 49349856"/>
              <a:gd name="connsiteX8" fmla="*/ 23315116 w 37319576"/>
              <a:gd name="connsiteY8" fmla="*/ 11600476 h 49349856"/>
              <a:gd name="connsiteX9" fmla="*/ 13842247 w 37319576"/>
              <a:gd name="connsiteY9" fmla="*/ 11603837 h 49349856"/>
              <a:gd name="connsiteX0" fmla="*/ 0 w 37319576"/>
              <a:gd name="connsiteY0" fmla="*/ 0 h 49349856"/>
              <a:gd name="connsiteX1" fmla="*/ 37228136 w 37319576"/>
              <a:gd name="connsiteY1" fmla="*/ 0 h 49349856"/>
              <a:gd name="connsiteX2" fmla="*/ 37319576 w 37319576"/>
              <a:gd name="connsiteY2" fmla="*/ 49349856 h 49349856"/>
              <a:gd name="connsiteX3" fmla="*/ 0 w 37319576"/>
              <a:gd name="connsiteY3" fmla="*/ 49349856 h 49349856"/>
              <a:gd name="connsiteX4" fmla="*/ 0 w 37319576"/>
              <a:gd name="connsiteY4" fmla="*/ 0 h 49349856"/>
              <a:gd name="connsiteX5" fmla="*/ 13842247 w 37319576"/>
              <a:gd name="connsiteY5" fmla="*/ 11603837 h 49349856"/>
              <a:gd name="connsiteX6" fmla="*/ 13868979 w 37319576"/>
              <a:gd name="connsiteY6" fmla="*/ 17448496 h 49349856"/>
              <a:gd name="connsiteX7" fmla="*/ 23339652 w 37319576"/>
              <a:gd name="connsiteY7" fmla="*/ 17508217 h 49349856"/>
              <a:gd name="connsiteX8" fmla="*/ 23315116 w 37319576"/>
              <a:gd name="connsiteY8" fmla="*/ 11600476 h 49349856"/>
              <a:gd name="connsiteX9" fmla="*/ 13842247 w 37319576"/>
              <a:gd name="connsiteY9" fmla="*/ 11603837 h 49349856"/>
              <a:gd name="connsiteX0" fmla="*/ 0 w 37319576"/>
              <a:gd name="connsiteY0" fmla="*/ 0 h 49349856"/>
              <a:gd name="connsiteX1" fmla="*/ 37228136 w 37319576"/>
              <a:gd name="connsiteY1" fmla="*/ 0 h 49349856"/>
              <a:gd name="connsiteX2" fmla="*/ 37319576 w 37319576"/>
              <a:gd name="connsiteY2" fmla="*/ 49349856 h 49349856"/>
              <a:gd name="connsiteX3" fmla="*/ 0 w 37319576"/>
              <a:gd name="connsiteY3" fmla="*/ 49349856 h 49349856"/>
              <a:gd name="connsiteX4" fmla="*/ 0 w 37319576"/>
              <a:gd name="connsiteY4" fmla="*/ 0 h 49349856"/>
              <a:gd name="connsiteX5" fmla="*/ 13842247 w 37319576"/>
              <a:gd name="connsiteY5" fmla="*/ 11603837 h 49349856"/>
              <a:gd name="connsiteX6" fmla="*/ 13868979 w 37319576"/>
              <a:gd name="connsiteY6" fmla="*/ 17448496 h 49349856"/>
              <a:gd name="connsiteX7" fmla="*/ 23339652 w 37319576"/>
              <a:gd name="connsiteY7" fmla="*/ 17508217 h 49349856"/>
              <a:gd name="connsiteX8" fmla="*/ 23315116 w 37319576"/>
              <a:gd name="connsiteY8" fmla="*/ 11600476 h 49349856"/>
              <a:gd name="connsiteX9" fmla="*/ 13842247 w 37319576"/>
              <a:gd name="connsiteY9" fmla="*/ 11603837 h 49349856"/>
              <a:gd name="connsiteX0" fmla="*/ 0 w 37319576"/>
              <a:gd name="connsiteY0" fmla="*/ 0 h 49349856"/>
              <a:gd name="connsiteX1" fmla="*/ 37228136 w 37319576"/>
              <a:gd name="connsiteY1" fmla="*/ 0 h 49349856"/>
              <a:gd name="connsiteX2" fmla="*/ 37319576 w 37319576"/>
              <a:gd name="connsiteY2" fmla="*/ 49349856 h 49349856"/>
              <a:gd name="connsiteX3" fmla="*/ 0 w 37319576"/>
              <a:gd name="connsiteY3" fmla="*/ 49349856 h 49349856"/>
              <a:gd name="connsiteX4" fmla="*/ 0 w 37319576"/>
              <a:gd name="connsiteY4" fmla="*/ 0 h 49349856"/>
              <a:gd name="connsiteX5" fmla="*/ 13842247 w 37319576"/>
              <a:gd name="connsiteY5" fmla="*/ 11603837 h 49349856"/>
              <a:gd name="connsiteX6" fmla="*/ 13868979 w 37319576"/>
              <a:gd name="connsiteY6" fmla="*/ 17448496 h 49349856"/>
              <a:gd name="connsiteX7" fmla="*/ 23326952 w 37319576"/>
              <a:gd name="connsiteY7" fmla="*/ 17476976 h 49349856"/>
              <a:gd name="connsiteX8" fmla="*/ 23315116 w 37319576"/>
              <a:gd name="connsiteY8" fmla="*/ 11600476 h 49349856"/>
              <a:gd name="connsiteX9" fmla="*/ 13842247 w 37319576"/>
              <a:gd name="connsiteY9" fmla="*/ 11603837 h 49349856"/>
              <a:gd name="connsiteX0" fmla="*/ 0 w 47377976"/>
              <a:gd name="connsiteY0" fmla="*/ 41654 h 49349856"/>
              <a:gd name="connsiteX1" fmla="*/ 47286536 w 47377976"/>
              <a:gd name="connsiteY1" fmla="*/ 0 h 49349856"/>
              <a:gd name="connsiteX2" fmla="*/ 47377976 w 47377976"/>
              <a:gd name="connsiteY2" fmla="*/ 49349856 h 49349856"/>
              <a:gd name="connsiteX3" fmla="*/ 10058400 w 47377976"/>
              <a:gd name="connsiteY3" fmla="*/ 49349856 h 49349856"/>
              <a:gd name="connsiteX4" fmla="*/ 0 w 47377976"/>
              <a:gd name="connsiteY4" fmla="*/ 41654 h 49349856"/>
              <a:gd name="connsiteX5" fmla="*/ 23900647 w 47377976"/>
              <a:gd name="connsiteY5" fmla="*/ 11603837 h 49349856"/>
              <a:gd name="connsiteX6" fmla="*/ 23927379 w 47377976"/>
              <a:gd name="connsiteY6" fmla="*/ 17448496 h 49349856"/>
              <a:gd name="connsiteX7" fmla="*/ 33385352 w 47377976"/>
              <a:gd name="connsiteY7" fmla="*/ 17476976 h 49349856"/>
              <a:gd name="connsiteX8" fmla="*/ 33373516 w 47377976"/>
              <a:gd name="connsiteY8" fmla="*/ 11600476 h 49349856"/>
              <a:gd name="connsiteX9" fmla="*/ 23900647 w 47377976"/>
              <a:gd name="connsiteY9" fmla="*/ 11603837 h 49349856"/>
              <a:gd name="connsiteX0" fmla="*/ 0 w 45777776"/>
              <a:gd name="connsiteY0" fmla="*/ 41654 h 49349856"/>
              <a:gd name="connsiteX1" fmla="*/ 45686336 w 45777776"/>
              <a:gd name="connsiteY1" fmla="*/ 0 h 49349856"/>
              <a:gd name="connsiteX2" fmla="*/ 45777776 w 45777776"/>
              <a:gd name="connsiteY2" fmla="*/ 49349856 h 49349856"/>
              <a:gd name="connsiteX3" fmla="*/ 8458200 w 45777776"/>
              <a:gd name="connsiteY3" fmla="*/ 49349856 h 49349856"/>
              <a:gd name="connsiteX4" fmla="*/ 0 w 45777776"/>
              <a:gd name="connsiteY4" fmla="*/ 41654 h 49349856"/>
              <a:gd name="connsiteX5" fmla="*/ 22300447 w 45777776"/>
              <a:gd name="connsiteY5" fmla="*/ 11603837 h 49349856"/>
              <a:gd name="connsiteX6" fmla="*/ 22327179 w 45777776"/>
              <a:gd name="connsiteY6" fmla="*/ 17448496 h 49349856"/>
              <a:gd name="connsiteX7" fmla="*/ 31785152 w 45777776"/>
              <a:gd name="connsiteY7" fmla="*/ 17476976 h 49349856"/>
              <a:gd name="connsiteX8" fmla="*/ 31773316 w 45777776"/>
              <a:gd name="connsiteY8" fmla="*/ 11600476 h 49349856"/>
              <a:gd name="connsiteX9" fmla="*/ 22300447 w 45777776"/>
              <a:gd name="connsiteY9" fmla="*/ 11603837 h 49349856"/>
              <a:gd name="connsiteX0" fmla="*/ 0 w 45777776"/>
              <a:gd name="connsiteY0" fmla="*/ 41654 h 49349856"/>
              <a:gd name="connsiteX1" fmla="*/ 45686336 w 45777776"/>
              <a:gd name="connsiteY1" fmla="*/ 0 h 49349856"/>
              <a:gd name="connsiteX2" fmla="*/ 45777776 w 45777776"/>
              <a:gd name="connsiteY2" fmla="*/ 49349856 h 49349856"/>
              <a:gd name="connsiteX3" fmla="*/ 114300 w 45777776"/>
              <a:gd name="connsiteY3" fmla="*/ 48891666 h 49349856"/>
              <a:gd name="connsiteX4" fmla="*/ 0 w 45777776"/>
              <a:gd name="connsiteY4" fmla="*/ 41654 h 49349856"/>
              <a:gd name="connsiteX5" fmla="*/ 22300447 w 45777776"/>
              <a:gd name="connsiteY5" fmla="*/ 11603837 h 49349856"/>
              <a:gd name="connsiteX6" fmla="*/ 22327179 w 45777776"/>
              <a:gd name="connsiteY6" fmla="*/ 17448496 h 49349856"/>
              <a:gd name="connsiteX7" fmla="*/ 31785152 w 45777776"/>
              <a:gd name="connsiteY7" fmla="*/ 17476976 h 49349856"/>
              <a:gd name="connsiteX8" fmla="*/ 31773316 w 45777776"/>
              <a:gd name="connsiteY8" fmla="*/ 11600476 h 49349856"/>
              <a:gd name="connsiteX9" fmla="*/ 22300447 w 45777776"/>
              <a:gd name="connsiteY9" fmla="*/ 11603837 h 49349856"/>
              <a:gd name="connsiteX0" fmla="*/ 0 w 45777776"/>
              <a:gd name="connsiteY0" fmla="*/ 41654 h 49349856"/>
              <a:gd name="connsiteX1" fmla="*/ 45686336 w 45777776"/>
              <a:gd name="connsiteY1" fmla="*/ 0 h 49349856"/>
              <a:gd name="connsiteX2" fmla="*/ 45777776 w 45777776"/>
              <a:gd name="connsiteY2" fmla="*/ 49349856 h 49349856"/>
              <a:gd name="connsiteX3" fmla="*/ 342900 w 45777776"/>
              <a:gd name="connsiteY3" fmla="*/ 49016627 h 49349856"/>
              <a:gd name="connsiteX4" fmla="*/ 0 w 45777776"/>
              <a:gd name="connsiteY4" fmla="*/ 41654 h 49349856"/>
              <a:gd name="connsiteX5" fmla="*/ 22300447 w 45777776"/>
              <a:gd name="connsiteY5" fmla="*/ 11603837 h 49349856"/>
              <a:gd name="connsiteX6" fmla="*/ 22327179 w 45777776"/>
              <a:gd name="connsiteY6" fmla="*/ 17448496 h 49349856"/>
              <a:gd name="connsiteX7" fmla="*/ 31785152 w 45777776"/>
              <a:gd name="connsiteY7" fmla="*/ 17476976 h 49349856"/>
              <a:gd name="connsiteX8" fmla="*/ 31773316 w 45777776"/>
              <a:gd name="connsiteY8" fmla="*/ 11600476 h 49349856"/>
              <a:gd name="connsiteX9" fmla="*/ 22300447 w 45777776"/>
              <a:gd name="connsiteY9" fmla="*/ 11603837 h 49349856"/>
              <a:gd name="connsiteX0" fmla="*/ 0 w 55340876"/>
              <a:gd name="connsiteY0" fmla="*/ 41654 h 49391511"/>
              <a:gd name="connsiteX1" fmla="*/ 45686336 w 55340876"/>
              <a:gd name="connsiteY1" fmla="*/ 0 h 49391511"/>
              <a:gd name="connsiteX2" fmla="*/ 55340876 w 55340876"/>
              <a:gd name="connsiteY2" fmla="*/ 49391511 h 49391511"/>
              <a:gd name="connsiteX3" fmla="*/ 342900 w 55340876"/>
              <a:gd name="connsiteY3" fmla="*/ 49016627 h 49391511"/>
              <a:gd name="connsiteX4" fmla="*/ 0 w 55340876"/>
              <a:gd name="connsiteY4" fmla="*/ 41654 h 49391511"/>
              <a:gd name="connsiteX5" fmla="*/ 22300447 w 55340876"/>
              <a:gd name="connsiteY5" fmla="*/ 11603837 h 49391511"/>
              <a:gd name="connsiteX6" fmla="*/ 22327179 w 55340876"/>
              <a:gd name="connsiteY6" fmla="*/ 17448496 h 49391511"/>
              <a:gd name="connsiteX7" fmla="*/ 31785152 w 55340876"/>
              <a:gd name="connsiteY7" fmla="*/ 17476976 h 49391511"/>
              <a:gd name="connsiteX8" fmla="*/ 31773316 w 55340876"/>
              <a:gd name="connsiteY8" fmla="*/ 11600476 h 49391511"/>
              <a:gd name="connsiteX9" fmla="*/ 22300447 w 55340876"/>
              <a:gd name="connsiteY9" fmla="*/ 11603837 h 49391511"/>
              <a:gd name="connsiteX0" fmla="*/ 0 w 55340876"/>
              <a:gd name="connsiteY0" fmla="*/ 41654 h 49391511"/>
              <a:gd name="connsiteX1" fmla="*/ 55211336 w 55340876"/>
              <a:gd name="connsiteY1" fmla="*/ 0 h 49391511"/>
              <a:gd name="connsiteX2" fmla="*/ 55340876 w 55340876"/>
              <a:gd name="connsiteY2" fmla="*/ 49391511 h 49391511"/>
              <a:gd name="connsiteX3" fmla="*/ 342900 w 55340876"/>
              <a:gd name="connsiteY3" fmla="*/ 49016627 h 49391511"/>
              <a:gd name="connsiteX4" fmla="*/ 0 w 55340876"/>
              <a:gd name="connsiteY4" fmla="*/ 41654 h 49391511"/>
              <a:gd name="connsiteX5" fmla="*/ 22300447 w 55340876"/>
              <a:gd name="connsiteY5" fmla="*/ 11603837 h 49391511"/>
              <a:gd name="connsiteX6" fmla="*/ 22327179 w 55340876"/>
              <a:gd name="connsiteY6" fmla="*/ 17448496 h 49391511"/>
              <a:gd name="connsiteX7" fmla="*/ 31785152 w 55340876"/>
              <a:gd name="connsiteY7" fmla="*/ 17476976 h 49391511"/>
              <a:gd name="connsiteX8" fmla="*/ 31773316 w 55340876"/>
              <a:gd name="connsiteY8" fmla="*/ 11600476 h 49391511"/>
              <a:gd name="connsiteX9" fmla="*/ 22300447 w 55340876"/>
              <a:gd name="connsiteY9" fmla="*/ 11603837 h 49391511"/>
              <a:gd name="connsiteX0" fmla="*/ 0 w 55340876"/>
              <a:gd name="connsiteY0" fmla="*/ 41654 h 49391511"/>
              <a:gd name="connsiteX1" fmla="*/ 55211336 w 55340876"/>
              <a:gd name="connsiteY1" fmla="*/ 0 h 49391511"/>
              <a:gd name="connsiteX2" fmla="*/ 55340876 w 55340876"/>
              <a:gd name="connsiteY2" fmla="*/ 49391511 h 49391511"/>
              <a:gd name="connsiteX3" fmla="*/ 297180 w 55340876"/>
              <a:gd name="connsiteY3" fmla="*/ 30372404 h 49391511"/>
              <a:gd name="connsiteX4" fmla="*/ 0 w 55340876"/>
              <a:gd name="connsiteY4" fmla="*/ 41654 h 49391511"/>
              <a:gd name="connsiteX5" fmla="*/ 22300447 w 55340876"/>
              <a:gd name="connsiteY5" fmla="*/ 11603837 h 49391511"/>
              <a:gd name="connsiteX6" fmla="*/ 22327179 w 55340876"/>
              <a:gd name="connsiteY6" fmla="*/ 17448496 h 49391511"/>
              <a:gd name="connsiteX7" fmla="*/ 31785152 w 55340876"/>
              <a:gd name="connsiteY7" fmla="*/ 17476976 h 49391511"/>
              <a:gd name="connsiteX8" fmla="*/ 31773316 w 55340876"/>
              <a:gd name="connsiteY8" fmla="*/ 11600476 h 49391511"/>
              <a:gd name="connsiteX9" fmla="*/ 22300447 w 55340876"/>
              <a:gd name="connsiteY9" fmla="*/ 11603837 h 49391511"/>
              <a:gd name="connsiteX0" fmla="*/ 0 w 55340876"/>
              <a:gd name="connsiteY0" fmla="*/ 41654 h 30447381"/>
              <a:gd name="connsiteX1" fmla="*/ 55211336 w 55340876"/>
              <a:gd name="connsiteY1" fmla="*/ 0 h 30447381"/>
              <a:gd name="connsiteX2" fmla="*/ 55340876 w 55340876"/>
              <a:gd name="connsiteY2" fmla="*/ 30447381 h 30447381"/>
              <a:gd name="connsiteX3" fmla="*/ 297180 w 55340876"/>
              <a:gd name="connsiteY3" fmla="*/ 30372404 h 30447381"/>
              <a:gd name="connsiteX4" fmla="*/ 0 w 55340876"/>
              <a:gd name="connsiteY4" fmla="*/ 41654 h 30447381"/>
              <a:gd name="connsiteX5" fmla="*/ 22300447 w 55340876"/>
              <a:gd name="connsiteY5" fmla="*/ 11603837 h 30447381"/>
              <a:gd name="connsiteX6" fmla="*/ 22327179 w 55340876"/>
              <a:gd name="connsiteY6" fmla="*/ 17448496 h 30447381"/>
              <a:gd name="connsiteX7" fmla="*/ 31785152 w 55340876"/>
              <a:gd name="connsiteY7" fmla="*/ 17476976 h 30447381"/>
              <a:gd name="connsiteX8" fmla="*/ 31773316 w 55340876"/>
              <a:gd name="connsiteY8" fmla="*/ 11600476 h 30447381"/>
              <a:gd name="connsiteX9" fmla="*/ 22300447 w 55340876"/>
              <a:gd name="connsiteY9" fmla="*/ 11603837 h 30447381"/>
              <a:gd name="connsiteX0" fmla="*/ 45720 w 55043696"/>
              <a:gd name="connsiteY0" fmla="*/ 41654 h 30447381"/>
              <a:gd name="connsiteX1" fmla="*/ 54914156 w 55043696"/>
              <a:gd name="connsiteY1" fmla="*/ 0 h 30447381"/>
              <a:gd name="connsiteX2" fmla="*/ 55043696 w 55043696"/>
              <a:gd name="connsiteY2" fmla="*/ 30447381 h 30447381"/>
              <a:gd name="connsiteX3" fmla="*/ 0 w 55043696"/>
              <a:gd name="connsiteY3" fmla="*/ 30372404 h 30447381"/>
              <a:gd name="connsiteX4" fmla="*/ 45720 w 55043696"/>
              <a:gd name="connsiteY4" fmla="*/ 41654 h 30447381"/>
              <a:gd name="connsiteX5" fmla="*/ 22003267 w 55043696"/>
              <a:gd name="connsiteY5" fmla="*/ 11603837 h 30447381"/>
              <a:gd name="connsiteX6" fmla="*/ 22029999 w 55043696"/>
              <a:gd name="connsiteY6" fmla="*/ 17448496 h 30447381"/>
              <a:gd name="connsiteX7" fmla="*/ 31487972 w 55043696"/>
              <a:gd name="connsiteY7" fmla="*/ 17476976 h 30447381"/>
              <a:gd name="connsiteX8" fmla="*/ 31476136 w 55043696"/>
              <a:gd name="connsiteY8" fmla="*/ 11600476 h 30447381"/>
              <a:gd name="connsiteX9" fmla="*/ 22003267 w 55043696"/>
              <a:gd name="connsiteY9" fmla="*/ 11603837 h 30447381"/>
              <a:gd name="connsiteX0" fmla="*/ 45720 w 55043696"/>
              <a:gd name="connsiteY0" fmla="*/ 41654 h 30447381"/>
              <a:gd name="connsiteX1" fmla="*/ 54914156 w 55043696"/>
              <a:gd name="connsiteY1" fmla="*/ 0 h 30447381"/>
              <a:gd name="connsiteX2" fmla="*/ 55043696 w 55043696"/>
              <a:gd name="connsiteY2" fmla="*/ 30447381 h 30447381"/>
              <a:gd name="connsiteX3" fmla="*/ 0 w 55043696"/>
              <a:gd name="connsiteY3" fmla="*/ 30372404 h 30447381"/>
              <a:gd name="connsiteX4" fmla="*/ 45720 w 55043696"/>
              <a:gd name="connsiteY4" fmla="*/ 41654 h 30447381"/>
              <a:gd name="connsiteX5" fmla="*/ 22003267 w 55043696"/>
              <a:gd name="connsiteY5" fmla="*/ 11603837 h 30447381"/>
              <a:gd name="connsiteX6" fmla="*/ 22029999 w 55043696"/>
              <a:gd name="connsiteY6" fmla="*/ 17448496 h 30447381"/>
              <a:gd name="connsiteX7" fmla="*/ 31487972 w 55043696"/>
              <a:gd name="connsiteY7" fmla="*/ 17476976 h 30447381"/>
              <a:gd name="connsiteX8" fmla="*/ 31476136 w 55043696"/>
              <a:gd name="connsiteY8" fmla="*/ 11600476 h 30447381"/>
              <a:gd name="connsiteX9" fmla="*/ 22003267 w 55043696"/>
              <a:gd name="connsiteY9" fmla="*/ 11603837 h 30447381"/>
              <a:gd name="connsiteX0" fmla="*/ 45720 w 55043696"/>
              <a:gd name="connsiteY0" fmla="*/ 41654 h 31280456"/>
              <a:gd name="connsiteX1" fmla="*/ 54914156 w 55043696"/>
              <a:gd name="connsiteY1" fmla="*/ 0 h 31280456"/>
              <a:gd name="connsiteX2" fmla="*/ 55043696 w 55043696"/>
              <a:gd name="connsiteY2" fmla="*/ 31280456 h 31280456"/>
              <a:gd name="connsiteX3" fmla="*/ 0 w 55043696"/>
              <a:gd name="connsiteY3" fmla="*/ 30372404 h 31280456"/>
              <a:gd name="connsiteX4" fmla="*/ 45720 w 55043696"/>
              <a:gd name="connsiteY4" fmla="*/ 41654 h 31280456"/>
              <a:gd name="connsiteX5" fmla="*/ 22003267 w 55043696"/>
              <a:gd name="connsiteY5" fmla="*/ 11603837 h 31280456"/>
              <a:gd name="connsiteX6" fmla="*/ 22029999 w 55043696"/>
              <a:gd name="connsiteY6" fmla="*/ 17448496 h 31280456"/>
              <a:gd name="connsiteX7" fmla="*/ 31487972 w 55043696"/>
              <a:gd name="connsiteY7" fmla="*/ 17476976 h 31280456"/>
              <a:gd name="connsiteX8" fmla="*/ 31476136 w 55043696"/>
              <a:gd name="connsiteY8" fmla="*/ 11600476 h 31280456"/>
              <a:gd name="connsiteX9" fmla="*/ 22003267 w 55043696"/>
              <a:gd name="connsiteY9" fmla="*/ 11603837 h 31280456"/>
              <a:gd name="connsiteX0" fmla="*/ 236220 w 55234196"/>
              <a:gd name="connsiteY0" fmla="*/ 41654 h 32371785"/>
              <a:gd name="connsiteX1" fmla="*/ 55104656 w 55234196"/>
              <a:gd name="connsiteY1" fmla="*/ 0 h 32371785"/>
              <a:gd name="connsiteX2" fmla="*/ 55234196 w 55234196"/>
              <a:gd name="connsiteY2" fmla="*/ 31280456 h 32371785"/>
              <a:gd name="connsiteX3" fmla="*/ 0 w 55234196"/>
              <a:gd name="connsiteY3" fmla="*/ 32371785 h 32371785"/>
              <a:gd name="connsiteX4" fmla="*/ 236220 w 55234196"/>
              <a:gd name="connsiteY4" fmla="*/ 41654 h 32371785"/>
              <a:gd name="connsiteX5" fmla="*/ 22193767 w 55234196"/>
              <a:gd name="connsiteY5" fmla="*/ 11603837 h 32371785"/>
              <a:gd name="connsiteX6" fmla="*/ 22220499 w 55234196"/>
              <a:gd name="connsiteY6" fmla="*/ 17448496 h 32371785"/>
              <a:gd name="connsiteX7" fmla="*/ 31678472 w 55234196"/>
              <a:gd name="connsiteY7" fmla="*/ 17476976 h 32371785"/>
              <a:gd name="connsiteX8" fmla="*/ 31666636 w 55234196"/>
              <a:gd name="connsiteY8" fmla="*/ 11600476 h 32371785"/>
              <a:gd name="connsiteX9" fmla="*/ 22193767 w 55234196"/>
              <a:gd name="connsiteY9" fmla="*/ 11603837 h 32371785"/>
              <a:gd name="connsiteX0" fmla="*/ 236220 w 55386596"/>
              <a:gd name="connsiteY0" fmla="*/ 41654 h 32530069"/>
              <a:gd name="connsiteX1" fmla="*/ 55104656 w 55386596"/>
              <a:gd name="connsiteY1" fmla="*/ 0 h 32530069"/>
              <a:gd name="connsiteX2" fmla="*/ 55386596 w 55386596"/>
              <a:gd name="connsiteY2" fmla="*/ 32530069 h 32530069"/>
              <a:gd name="connsiteX3" fmla="*/ 0 w 55386596"/>
              <a:gd name="connsiteY3" fmla="*/ 32371785 h 32530069"/>
              <a:gd name="connsiteX4" fmla="*/ 236220 w 55386596"/>
              <a:gd name="connsiteY4" fmla="*/ 41654 h 32530069"/>
              <a:gd name="connsiteX5" fmla="*/ 22193767 w 55386596"/>
              <a:gd name="connsiteY5" fmla="*/ 11603837 h 32530069"/>
              <a:gd name="connsiteX6" fmla="*/ 22220499 w 55386596"/>
              <a:gd name="connsiteY6" fmla="*/ 17448496 h 32530069"/>
              <a:gd name="connsiteX7" fmla="*/ 31678472 w 55386596"/>
              <a:gd name="connsiteY7" fmla="*/ 17476976 h 32530069"/>
              <a:gd name="connsiteX8" fmla="*/ 31666636 w 55386596"/>
              <a:gd name="connsiteY8" fmla="*/ 11600476 h 32530069"/>
              <a:gd name="connsiteX9" fmla="*/ 22193767 w 55386596"/>
              <a:gd name="connsiteY9" fmla="*/ 11603837 h 32530069"/>
              <a:gd name="connsiteX0" fmla="*/ 312420 w 55462796"/>
              <a:gd name="connsiteY0" fmla="*/ 41654 h 33829666"/>
              <a:gd name="connsiteX1" fmla="*/ 55180856 w 55462796"/>
              <a:gd name="connsiteY1" fmla="*/ 0 h 33829666"/>
              <a:gd name="connsiteX2" fmla="*/ 55462796 w 55462796"/>
              <a:gd name="connsiteY2" fmla="*/ 32530069 h 33829666"/>
              <a:gd name="connsiteX3" fmla="*/ 0 w 55462796"/>
              <a:gd name="connsiteY3" fmla="*/ 33829666 h 33829666"/>
              <a:gd name="connsiteX4" fmla="*/ 312420 w 55462796"/>
              <a:gd name="connsiteY4" fmla="*/ 41654 h 33829666"/>
              <a:gd name="connsiteX5" fmla="*/ 22269967 w 55462796"/>
              <a:gd name="connsiteY5" fmla="*/ 11603837 h 33829666"/>
              <a:gd name="connsiteX6" fmla="*/ 22296699 w 55462796"/>
              <a:gd name="connsiteY6" fmla="*/ 17448496 h 33829666"/>
              <a:gd name="connsiteX7" fmla="*/ 31754672 w 55462796"/>
              <a:gd name="connsiteY7" fmla="*/ 17476976 h 33829666"/>
              <a:gd name="connsiteX8" fmla="*/ 31742836 w 55462796"/>
              <a:gd name="connsiteY8" fmla="*/ 11600476 h 33829666"/>
              <a:gd name="connsiteX9" fmla="*/ 22269967 w 55462796"/>
              <a:gd name="connsiteY9" fmla="*/ 11603837 h 33829666"/>
              <a:gd name="connsiteX0" fmla="*/ 312420 w 55538996"/>
              <a:gd name="connsiteY0" fmla="*/ 41654 h 34446142"/>
              <a:gd name="connsiteX1" fmla="*/ 55180856 w 55538996"/>
              <a:gd name="connsiteY1" fmla="*/ 0 h 34446142"/>
              <a:gd name="connsiteX2" fmla="*/ 55538996 w 55538996"/>
              <a:gd name="connsiteY2" fmla="*/ 34446142 h 34446142"/>
              <a:gd name="connsiteX3" fmla="*/ 0 w 55538996"/>
              <a:gd name="connsiteY3" fmla="*/ 33829666 h 34446142"/>
              <a:gd name="connsiteX4" fmla="*/ 312420 w 55538996"/>
              <a:gd name="connsiteY4" fmla="*/ 41654 h 34446142"/>
              <a:gd name="connsiteX5" fmla="*/ 22269967 w 55538996"/>
              <a:gd name="connsiteY5" fmla="*/ 11603837 h 34446142"/>
              <a:gd name="connsiteX6" fmla="*/ 22296699 w 55538996"/>
              <a:gd name="connsiteY6" fmla="*/ 17448496 h 34446142"/>
              <a:gd name="connsiteX7" fmla="*/ 31754672 w 55538996"/>
              <a:gd name="connsiteY7" fmla="*/ 17476976 h 34446142"/>
              <a:gd name="connsiteX8" fmla="*/ 31742836 w 55538996"/>
              <a:gd name="connsiteY8" fmla="*/ 11600476 h 34446142"/>
              <a:gd name="connsiteX9" fmla="*/ 22269967 w 55538996"/>
              <a:gd name="connsiteY9" fmla="*/ 11603837 h 34446142"/>
              <a:gd name="connsiteX0" fmla="*/ 0 w 55226576"/>
              <a:gd name="connsiteY0" fmla="*/ 41654 h 34446142"/>
              <a:gd name="connsiteX1" fmla="*/ 54868436 w 55226576"/>
              <a:gd name="connsiteY1" fmla="*/ 0 h 34446142"/>
              <a:gd name="connsiteX2" fmla="*/ 55226576 w 55226576"/>
              <a:gd name="connsiteY2" fmla="*/ 34446142 h 34446142"/>
              <a:gd name="connsiteX3" fmla="*/ 68580 w 55226576"/>
              <a:gd name="connsiteY3" fmla="*/ 34121240 h 34446142"/>
              <a:gd name="connsiteX4" fmla="*/ 0 w 55226576"/>
              <a:gd name="connsiteY4" fmla="*/ 41654 h 34446142"/>
              <a:gd name="connsiteX5" fmla="*/ 21957547 w 55226576"/>
              <a:gd name="connsiteY5" fmla="*/ 11603837 h 34446142"/>
              <a:gd name="connsiteX6" fmla="*/ 21984279 w 55226576"/>
              <a:gd name="connsiteY6" fmla="*/ 17448496 h 34446142"/>
              <a:gd name="connsiteX7" fmla="*/ 31442252 w 55226576"/>
              <a:gd name="connsiteY7" fmla="*/ 17476976 h 34446142"/>
              <a:gd name="connsiteX8" fmla="*/ 31430416 w 55226576"/>
              <a:gd name="connsiteY8" fmla="*/ 11600476 h 34446142"/>
              <a:gd name="connsiteX9" fmla="*/ 21957547 w 55226576"/>
              <a:gd name="connsiteY9" fmla="*/ 11603837 h 34446142"/>
              <a:gd name="connsiteX0" fmla="*/ 7620 w 55234196"/>
              <a:gd name="connsiteY0" fmla="*/ 41654 h 34446142"/>
              <a:gd name="connsiteX1" fmla="*/ 54876056 w 55234196"/>
              <a:gd name="connsiteY1" fmla="*/ 0 h 34446142"/>
              <a:gd name="connsiteX2" fmla="*/ 55234196 w 55234196"/>
              <a:gd name="connsiteY2" fmla="*/ 34446142 h 34446142"/>
              <a:gd name="connsiteX3" fmla="*/ 0 w 55234196"/>
              <a:gd name="connsiteY3" fmla="*/ 34121240 h 34446142"/>
              <a:gd name="connsiteX4" fmla="*/ 7620 w 55234196"/>
              <a:gd name="connsiteY4" fmla="*/ 41654 h 34446142"/>
              <a:gd name="connsiteX5" fmla="*/ 21965167 w 55234196"/>
              <a:gd name="connsiteY5" fmla="*/ 11603837 h 34446142"/>
              <a:gd name="connsiteX6" fmla="*/ 21991899 w 55234196"/>
              <a:gd name="connsiteY6" fmla="*/ 17448496 h 34446142"/>
              <a:gd name="connsiteX7" fmla="*/ 31449872 w 55234196"/>
              <a:gd name="connsiteY7" fmla="*/ 17476976 h 34446142"/>
              <a:gd name="connsiteX8" fmla="*/ 31438036 w 55234196"/>
              <a:gd name="connsiteY8" fmla="*/ 11600476 h 34446142"/>
              <a:gd name="connsiteX9" fmla="*/ 21965167 w 55234196"/>
              <a:gd name="connsiteY9" fmla="*/ 11603837 h 34446142"/>
              <a:gd name="connsiteX0" fmla="*/ 7620 w 55081796"/>
              <a:gd name="connsiteY0" fmla="*/ 41654 h 34121240"/>
              <a:gd name="connsiteX1" fmla="*/ 54876056 w 55081796"/>
              <a:gd name="connsiteY1" fmla="*/ 0 h 34121240"/>
              <a:gd name="connsiteX2" fmla="*/ 55081796 w 55081796"/>
              <a:gd name="connsiteY2" fmla="*/ 34112914 h 34121240"/>
              <a:gd name="connsiteX3" fmla="*/ 0 w 55081796"/>
              <a:gd name="connsiteY3" fmla="*/ 34121240 h 34121240"/>
              <a:gd name="connsiteX4" fmla="*/ 7620 w 55081796"/>
              <a:gd name="connsiteY4" fmla="*/ 41654 h 34121240"/>
              <a:gd name="connsiteX5" fmla="*/ 21965167 w 55081796"/>
              <a:gd name="connsiteY5" fmla="*/ 11603837 h 34121240"/>
              <a:gd name="connsiteX6" fmla="*/ 21991899 w 55081796"/>
              <a:gd name="connsiteY6" fmla="*/ 17448496 h 34121240"/>
              <a:gd name="connsiteX7" fmla="*/ 31449872 w 55081796"/>
              <a:gd name="connsiteY7" fmla="*/ 17476976 h 34121240"/>
              <a:gd name="connsiteX8" fmla="*/ 31438036 w 55081796"/>
              <a:gd name="connsiteY8" fmla="*/ 11600476 h 34121240"/>
              <a:gd name="connsiteX9" fmla="*/ 21965167 w 55081796"/>
              <a:gd name="connsiteY9" fmla="*/ 11603837 h 34121240"/>
              <a:gd name="connsiteX0" fmla="*/ 7620 w 55157996"/>
              <a:gd name="connsiteY0" fmla="*/ 41654 h 34121240"/>
              <a:gd name="connsiteX1" fmla="*/ 54876056 w 55157996"/>
              <a:gd name="connsiteY1" fmla="*/ 0 h 34121240"/>
              <a:gd name="connsiteX2" fmla="*/ 55157996 w 55157996"/>
              <a:gd name="connsiteY2" fmla="*/ 34029604 h 34121240"/>
              <a:gd name="connsiteX3" fmla="*/ 0 w 55157996"/>
              <a:gd name="connsiteY3" fmla="*/ 34121240 h 34121240"/>
              <a:gd name="connsiteX4" fmla="*/ 7620 w 55157996"/>
              <a:gd name="connsiteY4" fmla="*/ 41654 h 34121240"/>
              <a:gd name="connsiteX5" fmla="*/ 21965167 w 55157996"/>
              <a:gd name="connsiteY5" fmla="*/ 11603837 h 34121240"/>
              <a:gd name="connsiteX6" fmla="*/ 21991899 w 55157996"/>
              <a:gd name="connsiteY6" fmla="*/ 17448496 h 34121240"/>
              <a:gd name="connsiteX7" fmla="*/ 31449872 w 55157996"/>
              <a:gd name="connsiteY7" fmla="*/ 17476976 h 34121240"/>
              <a:gd name="connsiteX8" fmla="*/ 31438036 w 55157996"/>
              <a:gd name="connsiteY8" fmla="*/ 11600476 h 34121240"/>
              <a:gd name="connsiteX9" fmla="*/ 21965167 w 55157996"/>
              <a:gd name="connsiteY9" fmla="*/ 11603837 h 34121240"/>
              <a:gd name="connsiteX0" fmla="*/ 7620 w 55043696"/>
              <a:gd name="connsiteY0" fmla="*/ 41654 h 34279526"/>
              <a:gd name="connsiteX1" fmla="*/ 54876056 w 55043696"/>
              <a:gd name="connsiteY1" fmla="*/ 0 h 34279526"/>
              <a:gd name="connsiteX2" fmla="*/ 55043696 w 55043696"/>
              <a:gd name="connsiteY2" fmla="*/ 34279526 h 34279526"/>
              <a:gd name="connsiteX3" fmla="*/ 0 w 55043696"/>
              <a:gd name="connsiteY3" fmla="*/ 34121240 h 34279526"/>
              <a:gd name="connsiteX4" fmla="*/ 7620 w 55043696"/>
              <a:gd name="connsiteY4" fmla="*/ 41654 h 34279526"/>
              <a:gd name="connsiteX5" fmla="*/ 21965167 w 55043696"/>
              <a:gd name="connsiteY5" fmla="*/ 11603837 h 34279526"/>
              <a:gd name="connsiteX6" fmla="*/ 21991899 w 55043696"/>
              <a:gd name="connsiteY6" fmla="*/ 17448496 h 34279526"/>
              <a:gd name="connsiteX7" fmla="*/ 31449872 w 55043696"/>
              <a:gd name="connsiteY7" fmla="*/ 17476976 h 34279526"/>
              <a:gd name="connsiteX8" fmla="*/ 31438036 w 55043696"/>
              <a:gd name="connsiteY8" fmla="*/ 11600476 h 34279526"/>
              <a:gd name="connsiteX9" fmla="*/ 21965167 w 55043696"/>
              <a:gd name="connsiteY9" fmla="*/ 11603837 h 34279526"/>
              <a:gd name="connsiteX0" fmla="*/ 7620 w 55272296"/>
              <a:gd name="connsiteY0" fmla="*/ 41654 h 34279528"/>
              <a:gd name="connsiteX1" fmla="*/ 54876056 w 55272296"/>
              <a:gd name="connsiteY1" fmla="*/ 0 h 34279528"/>
              <a:gd name="connsiteX2" fmla="*/ 55272296 w 55272296"/>
              <a:gd name="connsiteY2" fmla="*/ 34279528 h 34279528"/>
              <a:gd name="connsiteX3" fmla="*/ 0 w 55272296"/>
              <a:gd name="connsiteY3" fmla="*/ 34121240 h 34279528"/>
              <a:gd name="connsiteX4" fmla="*/ 7620 w 55272296"/>
              <a:gd name="connsiteY4" fmla="*/ 41654 h 34279528"/>
              <a:gd name="connsiteX5" fmla="*/ 21965167 w 55272296"/>
              <a:gd name="connsiteY5" fmla="*/ 11603837 h 34279528"/>
              <a:gd name="connsiteX6" fmla="*/ 21991899 w 55272296"/>
              <a:gd name="connsiteY6" fmla="*/ 17448496 h 34279528"/>
              <a:gd name="connsiteX7" fmla="*/ 31449872 w 55272296"/>
              <a:gd name="connsiteY7" fmla="*/ 17476976 h 34279528"/>
              <a:gd name="connsiteX8" fmla="*/ 31438036 w 55272296"/>
              <a:gd name="connsiteY8" fmla="*/ 11600476 h 34279528"/>
              <a:gd name="connsiteX9" fmla="*/ 21965167 w 55272296"/>
              <a:gd name="connsiteY9" fmla="*/ 11603837 h 34279528"/>
              <a:gd name="connsiteX0" fmla="*/ 7620 w 55272296"/>
              <a:gd name="connsiteY0" fmla="*/ 41654 h 34279528"/>
              <a:gd name="connsiteX1" fmla="*/ 54876056 w 55272296"/>
              <a:gd name="connsiteY1" fmla="*/ 0 h 34279528"/>
              <a:gd name="connsiteX2" fmla="*/ 55272296 w 55272296"/>
              <a:gd name="connsiteY2" fmla="*/ 34279528 h 34279528"/>
              <a:gd name="connsiteX3" fmla="*/ 0 w 55272296"/>
              <a:gd name="connsiteY3" fmla="*/ 34121240 h 34279528"/>
              <a:gd name="connsiteX4" fmla="*/ 7620 w 55272296"/>
              <a:gd name="connsiteY4" fmla="*/ 41654 h 34279528"/>
              <a:gd name="connsiteX5" fmla="*/ 21965167 w 55272296"/>
              <a:gd name="connsiteY5" fmla="*/ 11603837 h 34279528"/>
              <a:gd name="connsiteX6" fmla="*/ 21991899 w 55272296"/>
              <a:gd name="connsiteY6" fmla="*/ 17448496 h 34279528"/>
              <a:gd name="connsiteX7" fmla="*/ 31449872 w 55272296"/>
              <a:gd name="connsiteY7" fmla="*/ 17476976 h 34279528"/>
              <a:gd name="connsiteX8" fmla="*/ 31438036 w 55272296"/>
              <a:gd name="connsiteY8" fmla="*/ 11600476 h 34279528"/>
              <a:gd name="connsiteX9" fmla="*/ 21965167 w 55272296"/>
              <a:gd name="connsiteY9" fmla="*/ 11603837 h 34279528"/>
              <a:gd name="connsiteX0" fmla="*/ 7620 w 55196096"/>
              <a:gd name="connsiteY0" fmla="*/ 41654 h 34279528"/>
              <a:gd name="connsiteX1" fmla="*/ 54876056 w 55196096"/>
              <a:gd name="connsiteY1" fmla="*/ 0 h 34279528"/>
              <a:gd name="connsiteX2" fmla="*/ 55196096 w 55196096"/>
              <a:gd name="connsiteY2" fmla="*/ 34279528 h 34279528"/>
              <a:gd name="connsiteX3" fmla="*/ 0 w 55196096"/>
              <a:gd name="connsiteY3" fmla="*/ 34121240 h 34279528"/>
              <a:gd name="connsiteX4" fmla="*/ 7620 w 55196096"/>
              <a:gd name="connsiteY4" fmla="*/ 41654 h 34279528"/>
              <a:gd name="connsiteX5" fmla="*/ 21965167 w 55196096"/>
              <a:gd name="connsiteY5" fmla="*/ 11603837 h 34279528"/>
              <a:gd name="connsiteX6" fmla="*/ 21991899 w 55196096"/>
              <a:gd name="connsiteY6" fmla="*/ 17448496 h 34279528"/>
              <a:gd name="connsiteX7" fmla="*/ 31449872 w 55196096"/>
              <a:gd name="connsiteY7" fmla="*/ 17476976 h 34279528"/>
              <a:gd name="connsiteX8" fmla="*/ 31438036 w 55196096"/>
              <a:gd name="connsiteY8" fmla="*/ 11600476 h 34279528"/>
              <a:gd name="connsiteX9" fmla="*/ 21965167 w 55196096"/>
              <a:gd name="connsiteY9" fmla="*/ 11603837 h 34279528"/>
              <a:gd name="connsiteX0" fmla="*/ 0 w 55188476"/>
              <a:gd name="connsiteY0" fmla="*/ 41654 h 38564778"/>
              <a:gd name="connsiteX1" fmla="*/ 54868436 w 55188476"/>
              <a:gd name="connsiteY1" fmla="*/ 0 h 38564778"/>
              <a:gd name="connsiteX2" fmla="*/ 55188476 w 55188476"/>
              <a:gd name="connsiteY2" fmla="*/ 34279528 h 38564778"/>
              <a:gd name="connsiteX3" fmla="*/ 93980 w 55188476"/>
              <a:gd name="connsiteY3" fmla="*/ 38564307 h 38564778"/>
              <a:gd name="connsiteX4" fmla="*/ 0 w 55188476"/>
              <a:gd name="connsiteY4" fmla="*/ 41654 h 38564778"/>
              <a:gd name="connsiteX5" fmla="*/ 21957547 w 55188476"/>
              <a:gd name="connsiteY5" fmla="*/ 11603837 h 38564778"/>
              <a:gd name="connsiteX6" fmla="*/ 21984279 w 55188476"/>
              <a:gd name="connsiteY6" fmla="*/ 17448496 h 38564778"/>
              <a:gd name="connsiteX7" fmla="*/ 31442252 w 55188476"/>
              <a:gd name="connsiteY7" fmla="*/ 17476976 h 38564778"/>
              <a:gd name="connsiteX8" fmla="*/ 31430416 w 55188476"/>
              <a:gd name="connsiteY8" fmla="*/ 11600476 h 38564778"/>
              <a:gd name="connsiteX9" fmla="*/ 21957547 w 55188476"/>
              <a:gd name="connsiteY9" fmla="*/ 11603837 h 38564778"/>
              <a:gd name="connsiteX0" fmla="*/ 0 w 55188476"/>
              <a:gd name="connsiteY0" fmla="*/ 41654 h 38564307"/>
              <a:gd name="connsiteX1" fmla="*/ 54868436 w 55188476"/>
              <a:gd name="connsiteY1" fmla="*/ 0 h 38564307"/>
              <a:gd name="connsiteX2" fmla="*/ 55188476 w 55188476"/>
              <a:gd name="connsiteY2" fmla="*/ 38500442 h 38564307"/>
              <a:gd name="connsiteX3" fmla="*/ 93980 w 55188476"/>
              <a:gd name="connsiteY3" fmla="*/ 38564307 h 38564307"/>
              <a:gd name="connsiteX4" fmla="*/ 0 w 55188476"/>
              <a:gd name="connsiteY4" fmla="*/ 41654 h 38564307"/>
              <a:gd name="connsiteX5" fmla="*/ 21957547 w 55188476"/>
              <a:gd name="connsiteY5" fmla="*/ 11603837 h 38564307"/>
              <a:gd name="connsiteX6" fmla="*/ 21984279 w 55188476"/>
              <a:gd name="connsiteY6" fmla="*/ 17448496 h 38564307"/>
              <a:gd name="connsiteX7" fmla="*/ 31442252 w 55188476"/>
              <a:gd name="connsiteY7" fmla="*/ 17476976 h 38564307"/>
              <a:gd name="connsiteX8" fmla="*/ 31430416 w 55188476"/>
              <a:gd name="connsiteY8" fmla="*/ 11600476 h 38564307"/>
              <a:gd name="connsiteX9" fmla="*/ 21957547 w 55188476"/>
              <a:gd name="connsiteY9" fmla="*/ 11603837 h 38564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5188476" h="38564307">
                <a:moveTo>
                  <a:pt x="0" y="41654"/>
                </a:moveTo>
                <a:lnTo>
                  <a:pt x="54868436" y="0"/>
                </a:lnTo>
                <a:lnTo>
                  <a:pt x="55188476" y="38500442"/>
                </a:lnTo>
                <a:lnTo>
                  <a:pt x="93980" y="38564307"/>
                </a:lnTo>
                <a:cubicBezTo>
                  <a:pt x="93980" y="22114355"/>
                  <a:pt x="0" y="16491606"/>
                  <a:pt x="0" y="41654"/>
                </a:cubicBezTo>
                <a:close/>
                <a:moveTo>
                  <a:pt x="21957547" y="11603837"/>
                </a:moveTo>
                <a:cubicBezTo>
                  <a:pt x="21953758" y="13552057"/>
                  <a:pt x="21988068" y="15500276"/>
                  <a:pt x="21984279" y="17448496"/>
                </a:cubicBezTo>
                <a:lnTo>
                  <a:pt x="31442252" y="17476976"/>
                </a:lnTo>
                <a:cubicBezTo>
                  <a:pt x="31442252" y="14847728"/>
                  <a:pt x="31430416" y="14229724"/>
                  <a:pt x="31430416" y="11600476"/>
                </a:cubicBezTo>
                <a:lnTo>
                  <a:pt x="21957547" y="1160383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2883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E128D992-F4F8-E6E1-8E16-E2A1D08099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dirty="0"/>
              <a:t>Jesus, you're the light
You're the rock on which I stand</a:t>
            </a:r>
          </a:p>
        </p:txBody>
      </p:sp>
      <p:sp>
        <p:nvSpPr>
          <p:cNvPr id="41" name="TextBox 1">
            <a:extLst>
              <a:ext uri="{FF2B5EF4-FFF2-40B4-BE49-F238E27FC236}">
                <a16:creationId xmlns:a16="http://schemas.microsoft.com/office/drawing/2014/main" id="{04BA5FC2-98C2-417C-AC17-E8AEF1BEC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92545" y="1002407"/>
            <a:ext cx="931665" cy="379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67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Unicode MS" pitchFamily="50" charset="-127"/>
                <a:cs typeface="Arial" charset="0"/>
              </a:rPr>
              <a:t>China</a:t>
            </a:r>
          </a:p>
        </p:txBody>
      </p:sp>
      <p:pic>
        <p:nvPicPr>
          <p:cNvPr id="42" name="그림 41" descr="China_1.png">
            <a:extLst>
              <a:ext uri="{FF2B5EF4-FFF2-40B4-BE49-F238E27FC236}">
                <a16:creationId xmlns:a16="http://schemas.microsoft.com/office/drawing/2014/main" id="{88578BAE-CE60-4849-8DE9-13A7A7F12FE7}"/>
              </a:ext>
            </a:extLst>
          </p:cNvPr>
          <p:cNvPicPr preferRelativeResize="0">
            <a:picLocks noGr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989"/>
          <a:stretch>
            <a:fillRect/>
          </a:stretch>
        </p:blipFill>
        <p:spPr bwMode="auto">
          <a:xfrm>
            <a:off x="10920280" y="230552"/>
            <a:ext cx="1097885" cy="82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Only in you,
Lord there is hope</a:t>
            </a:r>
          </a:p>
        </p:txBody>
      </p:sp>
      <p:sp>
        <p:nvSpPr>
          <p:cNvPr id="41" name="TextBox 1">
            <a:extLst>
              <a:ext uri="{FF2B5EF4-FFF2-40B4-BE49-F238E27FC236}">
                <a16:creationId xmlns:a16="http://schemas.microsoft.com/office/drawing/2014/main" id="{04BA5FC2-98C2-417C-AC17-E8AEF1BEC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92545" y="1002407"/>
            <a:ext cx="931665" cy="379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67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Unicode MS" pitchFamily="50" charset="-127"/>
                <a:cs typeface="Arial" charset="0"/>
              </a:rPr>
              <a:t>China</a:t>
            </a:r>
          </a:p>
        </p:txBody>
      </p:sp>
      <p:pic>
        <p:nvPicPr>
          <p:cNvPr id="42" name="그림 41" descr="China_1.png">
            <a:extLst>
              <a:ext uri="{FF2B5EF4-FFF2-40B4-BE49-F238E27FC236}">
                <a16:creationId xmlns:a16="http://schemas.microsoft.com/office/drawing/2014/main" id="{88578BAE-CE60-4849-8DE9-13A7A7F12FE7}"/>
              </a:ext>
            </a:extLst>
          </p:cNvPr>
          <p:cNvPicPr preferRelativeResize="0">
            <a:picLocks noGr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989"/>
          <a:stretch>
            <a:fillRect/>
          </a:stretch>
        </p:blipFill>
        <p:spPr bwMode="auto">
          <a:xfrm>
            <a:off x="10920280" y="230552"/>
            <a:ext cx="1097885" cy="82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Every sin and stain
You have wholly washed away</a:t>
            </a:r>
          </a:p>
        </p:txBody>
      </p:sp>
      <p:sp>
        <p:nvSpPr>
          <p:cNvPr id="41" name="TextBox 1">
            <a:extLst>
              <a:ext uri="{FF2B5EF4-FFF2-40B4-BE49-F238E27FC236}">
                <a16:creationId xmlns:a16="http://schemas.microsoft.com/office/drawing/2014/main" id="{04BA5FC2-98C2-417C-AC17-E8AEF1BEC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92545" y="1002407"/>
            <a:ext cx="931665" cy="379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67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Unicode MS" pitchFamily="50" charset="-127"/>
                <a:cs typeface="Arial" charset="0"/>
              </a:rPr>
              <a:t>China</a:t>
            </a:r>
          </a:p>
        </p:txBody>
      </p:sp>
      <p:pic>
        <p:nvPicPr>
          <p:cNvPr id="42" name="그림 41" descr="China_1.png">
            <a:extLst>
              <a:ext uri="{FF2B5EF4-FFF2-40B4-BE49-F238E27FC236}">
                <a16:creationId xmlns:a16="http://schemas.microsoft.com/office/drawing/2014/main" id="{88578BAE-CE60-4849-8DE9-13A7A7F12FE7}"/>
              </a:ext>
            </a:extLst>
          </p:cNvPr>
          <p:cNvPicPr preferRelativeResize="0">
            <a:picLocks noGr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989"/>
          <a:stretch>
            <a:fillRect/>
          </a:stretch>
        </p:blipFill>
        <p:spPr bwMode="auto">
          <a:xfrm>
            <a:off x="10920280" y="230552"/>
            <a:ext cx="1097885" cy="82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I will praise you,
only Jesus</a:t>
            </a:r>
          </a:p>
        </p:txBody>
      </p:sp>
      <p:sp>
        <p:nvSpPr>
          <p:cNvPr id="41" name="TextBox 1">
            <a:extLst>
              <a:ext uri="{FF2B5EF4-FFF2-40B4-BE49-F238E27FC236}">
                <a16:creationId xmlns:a16="http://schemas.microsoft.com/office/drawing/2014/main" id="{04BA5FC2-98C2-417C-AC17-E8AEF1BEC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92545" y="1002407"/>
            <a:ext cx="931665" cy="379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67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Unicode MS" pitchFamily="50" charset="-127"/>
                <a:cs typeface="Arial" charset="0"/>
              </a:rPr>
              <a:t>China</a:t>
            </a:r>
          </a:p>
        </p:txBody>
      </p:sp>
      <p:pic>
        <p:nvPicPr>
          <p:cNvPr id="42" name="그림 41" descr="China_1.png">
            <a:extLst>
              <a:ext uri="{FF2B5EF4-FFF2-40B4-BE49-F238E27FC236}">
                <a16:creationId xmlns:a16="http://schemas.microsoft.com/office/drawing/2014/main" id="{88578BAE-CE60-4849-8DE9-13A7A7F12FE7}"/>
              </a:ext>
            </a:extLst>
          </p:cNvPr>
          <p:cNvPicPr preferRelativeResize="0">
            <a:picLocks noGr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989"/>
          <a:stretch>
            <a:fillRect/>
          </a:stretch>
        </p:blipFill>
        <p:spPr bwMode="auto">
          <a:xfrm>
            <a:off x="10920280" y="230552"/>
            <a:ext cx="1097885" cy="82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Great are you Lord, 
my God who saves
The risen, glorious King</a:t>
            </a:r>
          </a:p>
        </p:txBody>
      </p:sp>
      <p:sp>
        <p:nvSpPr>
          <p:cNvPr id="41" name="TextBox 1">
            <a:extLst>
              <a:ext uri="{FF2B5EF4-FFF2-40B4-BE49-F238E27FC236}">
                <a16:creationId xmlns:a16="http://schemas.microsoft.com/office/drawing/2014/main" id="{04BA5FC2-98C2-417C-AC17-E8AEF1BEC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92545" y="1002407"/>
            <a:ext cx="931665" cy="379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67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Unicode MS" pitchFamily="50" charset="-127"/>
                <a:cs typeface="Arial" charset="0"/>
              </a:rPr>
              <a:t>China</a:t>
            </a:r>
          </a:p>
        </p:txBody>
      </p:sp>
      <p:pic>
        <p:nvPicPr>
          <p:cNvPr id="42" name="그림 41" descr="China_1.png">
            <a:extLst>
              <a:ext uri="{FF2B5EF4-FFF2-40B4-BE49-F238E27FC236}">
                <a16:creationId xmlns:a16="http://schemas.microsoft.com/office/drawing/2014/main" id="{88578BAE-CE60-4849-8DE9-13A7A7F12FE7}"/>
              </a:ext>
            </a:extLst>
          </p:cNvPr>
          <p:cNvPicPr preferRelativeResize="0">
            <a:picLocks noGr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989"/>
          <a:stretch>
            <a:fillRect/>
          </a:stretch>
        </p:blipFill>
        <p:spPr bwMode="auto">
          <a:xfrm>
            <a:off x="10920280" y="230552"/>
            <a:ext cx="1097885" cy="82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The enemy's head has been
crushed by the Lamb
who was slain!</a:t>
            </a:r>
          </a:p>
        </p:txBody>
      </p:sp>
      <p:sp>
        <p:nvSpPr>
          <p:cNvPr id="41" name="TextBox 1">
            <a:extLst>
              <a:ext uri="{FF2B5EF4-FFF2-40B4-BE49-F238E27FC236}">
                <a16:creationId xmlns:a16="http://schemas.microsoft.com/office/drawing/2014/main" id="{04BA5FC2-98C2-417C-AC17-E8AEF1BEC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92545" y="1002407"/>
            <a:ext cx="931665" cy="379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67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Unicode MS" pitchFamily="50" charset="-127"/>
                <a:cs typeface="Arial" charset="0"/>
              </a:rPr>
              <a:t>China</a:t>
            </a:r>
          </a:p>
        </p:txBody>
      </p:sp>
      <p:pic>
        <p:nvPicPr>
          <p:cNvPr id="42" name="그림 41" descr="China_1.png">
            <a:extLst>
              <a:ext uri="{FF2B5EF4-FFF2-40B4-BE49-F238E27FC236}">
                <a16:creationId xmlns:a16="http://schemas.microsoft.com/office/drawing/2014/main" id="{88578BAE-CE60-4849-8DE9-13A7A7F12FE7}"/>
              </a:ext>
            </a:extLst>
          </p:cNvPr>
          <p:cNvPicPr preferRelativeResize="0">
            <a:picLocks noGr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989"/>
          <a:stretch>
            <a:fillRect/>
          </a:stretch>
        </p:blipFill>
        <p:spPr bwMode="auto">
          <a:xfrm>
            <a:off x="10920280" y="230552"/>
            <a:ext cx="1097885" cy="82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t>All glory to the Lamb of God
Who has come and 
will come again</a:t>
            </a:r>
          </a:p>
        </p:txBody>
      </p:sp>
      <p:sp>
        <p:nvSpPr>
          <p:cNvPr id="41" name="TextBox 1">
            <a:extLst>
              <a:ext uri="{FF2B5EF4-FFF2-40B4-BE49-F238E27FC236}">
                <a16:creationId xmlns:a16="http://schemas.microsoft.com/office/drawing/2014/main" id="{04BA5FC2-98C2-417C-AC17-E8AEF1BEC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92545" y="1002407"/>
            <a:ext cx="931665" cy="379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67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Unicode MS" pitchFamily="50" charset="-127"/>
                <a:cs typeface="Arial" charset="0"/>
              </a:rPr>
              <a:t>China</a:t>
            </a:r>
          </a:p>
        </p:txBody>
      </p:sp>
      <p:pic>
        <p:nvPicPr>
          <p:cNvPr id="42" name="그림 41" descr="China_1.png">
            <a:extLst>
              <a:ext uri="{FF2B5EF4-FFF2-40B4-BE49-F238E27FC236}">
                <a16:creationId xmlns:a16="http://schemas.microsoft.com/office/drawing/2014/main" id="{88578BAE-CE60-4849-8DE9-13A7A7F12FE7}"/>
              </a:ext>
            </a:extLst>
          </p:cNvPr>
          <p:cNvPicPr preferRelativeResize="0">
            <a:picLocks noGr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989"/>
          <a:stretch>
            <a:fillRect/>
          </a:stretch>
        </p:blipFill>
        <p:spPr bwMode="auto">
          <a:xfrm>
            <a:off x="10920280" y="230552"/>
            <a:ext cx="1097885" cy="82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dirty="0"/>
              <a:t>All heaven and earth
will exalt you Lord, only Jesus</a:t>
            </a:r>
          </a:p>
        </p:txBody>
      </p:sp>
      <p:sp>
        <p:nvSpPr>
          <p:cNvPr id="41" name="TextBox 1">
            <a:extLst>
              <a:ext uri="{FF2B5EF4-FFF2-40B4-BE49-F238E27FC236}">
                <a16:creationId xmlns:a16="http://schemas.microsoft.com/office/drawing/2014/main" id="{04BA5FC2-98C2-417C-AC17-E8AEF1BEC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92545" y="1002407"/>
            <a:ext cx="931665" cy="379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67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Unicode MS" pitchFamily="50" charset="-127"/>
                <a:cs typeface="Arial" charset="0"/>
              </a:rPr>
              <a:t>China</a:t>
            </a:r>
          </a:p>
        </p:txBody>
      </p:sp>
      <p:pic>
        <p:nvPicPr>
          <p:cNvPr id="42" name="그림 41" descr="China_1.png">
            <a:extLst>
              <a:ext uri="{FF2B5EF4-FFF2-40B4-BE49-F238E27FC236}">
                <a16:creationId xmlns:a16="http://schemas.microsoft.com/office/drawing/2014/main" id="{88578BAE-CE60-4849-8DE9-13A7A7F12FE7}"/>
              </a:ext>
            </a:extLst>
          </p:cNvPr>
          <p:cNvPicPr preferRelativeResize="0">
            <a:picLocks noGr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989"/>
          <a:stretch>
            <a:fillRect/>
          </a:stretch>
        </p:blipFill>
        <p:spPr bwMode="auto">
          <a:xfrm>
            <a:off x="10920280" y="230552"/>
            <a:ext cx="1097885" cy="82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t>All fear has been vanquished,
In the strength 
and the power of my God</a:t>
            </a:r>
          </a:p>
        </p:txBody>
      </p:sp>
      <p:sp>
        <p:nvSpPr>
          <p:cNvPr id="41" name="TextBox 1">
            <a:extLst>
              <a:ext uri="{FF2B5EF4-FFF2-40B4-BE49-F238E27FC236}">
                <a16:creationId xmlns:a16="http://schemas.microsoft.com/office/drawing/2014/main" id="{04BA5FC2-98C2-417C-AC17-E8AEF1BEC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92545" y="1002407"/>
            <a:ext cx="931665" cy="379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67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Unicode MS" pitchFamily="50" charset="-127"/>
                <a:cs typeface="Arial" charset="0"/>
              </a:rPr>
              <a:t>China</a:t>
            </a:r>
          </a:p>
        </p:txBody>
      </p:sp>
      <p:pic>
        <p:nvPicPr>
          <p:cNvPr id="42" name="그림 41" descr="China_1.png">
            <a:extLst>
              <a:ext uri="{FF2B5EF4-FFF2-40B4-BE49-F238E27FC236}">
                <a16:creationId xmlns:a16="http://schemas.microsoft.com/office/drawing/2014/main" id="{88578BAE-CE60-4849-8DE9-13A7A7F12FE7}"/>
              </a:ext>
            </a:extLst>
          </p:cNvPr>
          <p:cNvPicPr preferRelativeResize="0">
            <a:picLocks noGr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989"/>
          <a:stretch>
            <a:fillRect/>
          </a:stretch>
        </p:blipFill>
        <p:spPr bwMode="auto">
          <a:xfrm>
            <a:off x="10920280" y="230552"/>
            <a:ext cx="1097885" cy="82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By faith, I will rise up
Darkness I will overcome</a:t>
            </a:r>
          </a:p>
        </p:txBody>
      </p:sp>
      <p:sp>
        <p:nvSpPr>
          <p:cNvPr id="41" name="TextBox 1">
            <a:extLst>
              <a:ext uri="{FF2B5EF4-FFF2-40B4-BE49-F238E27FC236}">
                <a16:creationId xmlns:a16="http://schemas.microsoft.com/office/drawing/2014/main" id="{04BA5FC2-98C2-417C-AC17-E8AEF1BEC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92545" y="1002407"/>
            <a:ext cx="931665" cy="379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67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Unicode MS" pitchFamily="50" charset="-127"/>
                <a:cs typeface="Arial" charset="0"/>
              </a:rPr>
              <a:t>China</a:t>
            </a:r>
          </a:p>
        </p:txBody>
      </p:sp>
      <p:pic>
        <p:nvPicPr>
          <p:cNvPr id="42" name="그림 41" descr="China_1.png">
            <a:extLst>
              <a:ext uri="{FF2B5EF4-FFF2-40B4-BE49-F238E27FC236}">
                <a16:creationId xmlns:a16="http://schemas.microsoft.com/office/drawing/2014/main" id="{88578BAE-CE60-4849-8DE9-13A7A7F12FE7}"/>
              </a:ext>
            </a:extLst>
          </p:cNvPr>
          <p:cNvPicPr preferRelativeResize="0">
            <a:picLocks noGr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989"/>
          <a:stretch>
            <a:fillRect/>
          </a:stretch>
        </p:blipFill>
        <p:spPr bwMode="auto">
          <a:xfrm>
            <a:off x="10920280" y="230552"/>
            <a:ext cx="1097885" cy="82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ICP</Template>
  <TotalTime>5</TotalTime>
  <Words>344</Words>
  <Application>Microsoft Macintosh PowerPoint</Application>
  <PresentationFormat>Widescreen</PresentationFormat>
  <Paragraphs>53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맑은 고딕</vt:lpstr>
      <vt:lpstr>Arial</vt:lpstr>
      <vt:lpstr>Arial Black</vt:lpstr>
      <vt:lpstr>Calibri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Moore</dc:creator>
  <cp:lastModifiedBy>Ryan Moore</cp:lastModifiedBy>
  <cp:revision>2</cp:revision>
  <dcterms:created xsi:type="dcterms:W3CDTF">2025-10-19T16:57:25Z</dcterms:created>
  <dcterms:modified xsi:type="dcterms:W3CDTF">2026-02-10T02:28:22Z</dcterms:modified>
</cp:coreProperties>
</file>