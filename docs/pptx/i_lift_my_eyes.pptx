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81" r:id="rId2"/>
    <p:sldId id="282" r:id="rId3"/>
    <p:sldId id="284" r:id="rId4"/>
    <p:sldId id="286" r:id="rId5"/>
    <p:sldId id="288" r:id="rId6"/>
    <p:sldId id="290" r:id="rId7"/>
    <p:sldId id="291" r:id="rId8"/>
    <p:sldId id="292" r:id="rId9"/>
    <p:sldId id="293" r:id="rId10"/>
    <p:sldId id="294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A4868-9473-4A82-8347-0839B24169EE}" type="datetimeFigureOut">
              <a:rPr lang="ko-KR" altLang="en-US" smtClean="0"/>
              <a:t>2026. 1. 11.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08B4B-AC60-43A6-8230-16C74EDE50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212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3819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 눈 들어 주를 봅니다</a:t>
            </a:r>
            <a:br>
              <a:rPr lang="ko-KR" altLang="en-US"/>
            </a:br>
            <a:r>
              <a:rPr lang="ko-KR" altLang="en-US"/>
              <a:t>나의 주 나의 하나님</a:t>
            </a:r>
          </a:p>
          <a:p>
            <a:r>
              <a:rPr lang="en-US" altLang="ko-KR"/>
              <a:t>I lift my eyes and look to you, Lord</a:t>
            </a:r>
          </a:p>
          <a:p>
            <a:r>
              <a:rPr lang="en-US" altLang="ko-KR"/>
              <a:t>My Jesus, my Lord and my God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268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 모든 죄 사하신 주</a:t>
            </a:r>
            <a:br>
              <a:rPr lang="ko-KR" altLang="en-US"/>
            </a:br>
            <a:r>
              <a:rPr lang="ko-KR" altLang="en-US"/>
              <a:t>십자가 사랑 찬양합니다</a:t>
            </a:r>
          </a:p>
          <a:p>
            <a:r>
              <a:rPr lang="en-US" altLang="ko-KR"/>
              <a:t>You bore my sins upon the cross</a:t>
            </a:r>
          </a:p>
          <a:p>
            <a:r>
              <a:rPr lang="en-US" altLang="ko-KR"/>
              <a:t>I give praise to you, my Savior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5420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내 손 들어 경배합니다</a:t>
            </a:r>
            <a:br>
              <a:rPr lang="ko-KR" altLang="en-US"/>
            </a:br>
            <a:r>
              <a:rPr lang="ko-KR" altLang="en-US"/>
              <a:t>나의 왕 나의 예수님</a:t>
            </a:r>
          </a:p>
          <a:p>
            <a:r>
              <a:rPr lang="en-US" altLang="ko-KR"/>
              <a:t>I lift my hands and worship You, God</a:t>
            </a:r>
          </a:p>
          <a:p>
            <a:r>
              <a:rPr lang="en-US" altLang="ko-KR"/>
              <a:t>My Jesus, my Lord and my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489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주님만 간절히 원해</a:t>
            </a:r>
            <a:br>
              <a:rPr lang="ko-KR" altLang="en-US"/>
            </a:br>
            <a:r>
              <a:rPr lang="ko-KR" altLang="en-US"/>
              <a:t>주 영광으로 임하소서</a:t>
            </a:r>
          </a:p>
          <a:p>
            <a:r>
              <a:rPr lang="en-US" altLang="ko-KR"/>
              <a:t>It’s You alone that I desire</a:t>
            </a:r>
          </a:p>
          <a:p>
            <a:r>
              <a:rPr lang="en-US" altLang="ko-KR"/>
              <a:t>Come and take Your place, 
my glorious King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34741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하늘을 여소서
주 보게 하소서</a:t>
            </a:r>
          </a:p>
          <a:p>
            <a:r>
              <a:rPr lang="en-US" altLang="ko-KR"/>
              <a:t>Open the heavens, Lord 
Lead us to see Your face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2082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성령의 불 내리소서</a:t>
            </a:r>
          </a:p>
          <a:p>
            <a:r>
              <a:rPr lang="en-US" altLang="ko-KR"/>
              <a:t>Spirit come set our hearts 
on fire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1368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열방이 주 앞에
엎드려 경배해</a:t>
            </a:r>
          </a:p>
          <a:p>
            <a:r>
              <a:rPr lang="en-US" altLang="ko-KR"/>
              <a:t>All nations will bow down
Worship and bless Your name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06431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다시 오실 영광의 왕</a:t>
            </a:r>
          </a:p>
          <a:p>
            <a:r>
              <a:rPr lang="en-US" altLang="ko-KR"/>
              <a:t>Glorious King 
who is to come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286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예수</a:t>
            </a:r>
          </a:p>
          <a:p>
            <a:r>
              <a:rPr lang="en-US" altLang="ko-KR"/>
              <a:t>Jesus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383D8A-D4D2-4086-97F9-697CE8084469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35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국청컨용 슬라이드 마스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-992" y="666659"/>
            <a:ext cx="12193984" cy="2160000"/>
          </a:xfrm>
        </p:spPr>
        <p:txBody>
          <a:bodyPr anchor="b">
            <a:normAutofit/>
          </a:bodyPr>
          <a:lstStyle>
            <a:lvl1pPr marL="0" indent="0" algn="ctr" latinLnBrk="0">
              <a:lnSpc>
                <a:spcPct val="90000"/>
              </a:lnSpc>
              <a:spcBef>
                <a:spcPts val="0"/>
              </a:spcBef>
              <a:buNone/>
              <a:defRPr sz="5867" b="1">
                <a:solidFill>
                  <a:schemeClr val="bg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 dirty="0"/>
              <a:t>#2 English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657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940A0-3E67-4FB7-BA7E-EAF0C0E0891D}" type="datetimeFigureOut">
              <a:rPr lang="ko-KR" altLang="en-US" smtClean="0"/>
              <a:t>2026. 1. 11.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6F8A6-1623-4D78-BE77-A71F09F47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7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02D4071-4B38-45AF-AC02-F9937A9CAA2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3044958"/>
            <a:ext cx="12192000" cy="134702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829AE8-53DF-4539-BA6A-DBC82053F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 lift my eyes and look to you, Lord</a:t>
            </a:r>
          </a:p>
          <a:p>
            <a:r>
              <a:rPr lang="en-US" dirty="0"/>
              <a:t>My Jesus, my Lord and my God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You bore my sins upon the cross</a:t>
            </a:r>
          </a:p>
          <a:p>
            <a:r>
              <a:rPr lang="en-US"/>
              <a:t>I give praise to you, my Savior King</a:t>
            </a:r>
            <a:endParaRPr lang="en-US" dirty="0"/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 lift my hands and worship you, God</a:t>
            </a:r>
          </a:p>
          <a:p>
            <a:r>
              <a:rPr lang="en-US" dirty="0"/>
              <a:t>My Jesus, my Lord and my King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5100" dirty="0"/>
              <a:t>It’s you alone that I desire</a:t>
            </a:r>
          </a:p>
          <a:p>
            <a:r>
              <a:rPr lang="en-US" sz="5100" dirty="0"/>
              <a:t>Come and take your place, my Glorious King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Open the heavens, Lord 
Lead us to see your face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Spirit come set our hearts on fire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All nations will bow down
Worship and bless your name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Glorious King who is to come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Jesus</a:t>
            </a:r>
          </a:p>
        </p:txBody>
      </p:sp>
      <p:pic>
        <p:nvPicPr>
          <p:cNvPr id="31" name="그림 1"/>
          <p:cNvPicPr preferRelativeResize="0">
            <a:picLocks/>
          </p:cNvPicPr>
          <p:nvPr/>
        </p:nvPicPr>
        <p:blipFill rotWithShape="1">
          <a:blip r:embed="rId3"/>
          <a:srcRect b="23812"/>
          <a:stretch/>
        </p:blipFill>
        <p:spPr bwMode="auto">
          <a:xfrm>
            <a:off x="10523875" y="142852"/>
            <a:ext cx="1344000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" name="TextBox 1"/>
          <p:cNvSpPr txBox="1">
            <a:spLocks noChangeArrowheads="1"/>
          </p:cNvSpPr>
          <p:nvPr/>
        </p:nvSpPr>
        <p:spPr bwMode="auto">
          <a:xfrm>
            <a:off x="10826610" y="836713"/>
            <a:ext cx="85677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defTabSz="1219170"/>
            <a:r>
              <a:rPr lang="en-US" altLang="ko-KR" sz="2400" b="1" dirty="0">
                <a:solidFill>
                  <a:prstClr val="white"/>
                </a:solidFill>
                <a:latin typeface="Arial Black" pitchFamily="34" charset="0"/>
                <a:ea typeface="Arial Unicode MS" pitchFamily="50" charset="-127"/>
                <a:cs typeface="Arial" pitchFamily="34" charset="0"/>
              </a:rPr>
              <a:t>Iran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283</Words>
  <Application>Microsoft Macintosh PowerPoint</Application>
  <PresentationFormat>Widescreen</PresentationFormat>
  <Paragraphs>54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Arial Black</vt:lpstr>
      <vt:lpstr>Calibri</vt:lpstr>
      <vt:lpstr>1_Office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Il Park</dc:creator>
  <cp:lastModifiedBy>Ryan Moore</cp:lastModifiedBy>
  <cp:revision>8</cp:revision>
  <dcterms:created xsi:type="dcterms:W3CDTF">2020-02-08T19:19:48Z</dcterms:created>
  <dcterms:modified xsi:type="dcterms:W3CDTF">2026-01-11T20:34:00Z</dcterms:modified>
</cp:coreProperties>
</file>