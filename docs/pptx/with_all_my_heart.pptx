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78"/>
    <p:restoredTop sz="94626"/>
  </p:normalViewPr>
  <p:slideViewPr>
    <p:cSldViewPr snapToGrid="0">
      <p:cViewPr varScale="1">
        <p:scale>
          <a:sx n="73" d="100"/>
          <a:sy n="73" d="100"/>
        </p:scale>
        <p:origin x="208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8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2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7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0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7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47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3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2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9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5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68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B2A6-3A14-6084-13DA-F2A365452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43D5-418F-7032-8560-CC6E55618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448B2-12F6-2346-82F6-98146549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8A13C-1CE1-A08D-8946-6734EA84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F603F-CAE1-58BE-D426-6B79D694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71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D3315-D24A-A11B-CFA3-D0BE4A91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475A7-D28E-050E-C4CB-3B69528F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45B7-19E4-11C2-112B-BC01231EF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3303-48D0-B635-5CCA-EC9B3E90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ACDBB-BBDD-A7F6-F6F1-B98EB87F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00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ship 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7053D-9F6E-C133-E14A-72B4A6AF8E5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0" y="318052"/>
            <a:ext cx="12192000" cy="2852531"/>
          </a:xfrm>
        </p:spPr>
        <p:txBody>
          <a:bodyPr anchor="b">
            <a:normAutofit/>
          </a:bodyPr>
          <a:lstStyle>
            <a:lvl1pPr marL="0" indent="0" algn="ctr">
              <a:buNone/>
              <a:defRPr sz="5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Lyrics Line 1</a:t>
            </a:r>
          </a:p>
          <a:p>
            <a:pPr lvl="0"/>
            <a:r>
              <a:rPr lang="en-US" dirty="0"/>
              <a:t>Lyrics Line 2</a:t>
            </a:r>
          </a:p>
        </p:txBody>
      </p:sp>
    </p:spTree>
    <p:extLst>
      <p:ext uri="{BB962C8B-B14F-4D97-AF65-F5344CB8AC3E}">
        <p14:creationId xmlns:p14="http://schemas.microsoft.com/office/powerpoint/2010/main" val="1535831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D9B1-F0F0-8509-BCCA-89524854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8869B-212B-46C6-7020-49BCF7225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D1248-7427-23AF-3FFE-470FDD81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4C72D-3D3A-5031-287D-510551114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C6CF9-7681-48BA-3007-E59F241D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43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7F25-3340-01D4-66A4-3BDA0A55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A3E31-9FB9-59CC-2990-5351E7A1A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F422E-CE09-370D-6519-01ADD58D5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6373-234D-C0F4-E2BC-A5C0C8632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81C41-2543-AC24-5427-999CDADB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088EE-293F-2EBC-D555-8BC8C746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97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C5EC-7A7A-B639-6D5B-E4F77FA7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B130-5324-F26E-8B3A-2C2D5D20C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70813-2F71-2AB8-780A-AEF26E8CB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688583-0BFA-DF8F-E6D6-E67C7B344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DCDD5-1C6E-D19A-B521-8B0A7A5B7C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AB766-0548-7E61-BF2F-066E25CA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C0E53-08F5-BD51-84C2-2EC4D324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F2E1B-DC3F-724A-79D3-BECA207C6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56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A4D3-0376-F74F-1178-E0E19452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99C48-033A-32BE-33D9-18E34EF3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C7996-CAC3-4BF1-94EC-0F88B2D1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CF0D4-4694-48FB-BBDE-6B15CC01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40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4417D-A2BA-08B6-A08C-281A1C89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B8C5F-DDE3-F7B8-3D7D-3B666146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25E69-017D-D099-AE57-5BB60A230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939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E6CA-CFAD-40BD-B7E6-8BA87ED9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F778-9F7F-4E81-D904-379CEC85F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B9971-6807-1624-748C-81A8AD235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105C-AFF0-FDF1-E144-7126628D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61DDC-C907-A5EC-4C1F-E577A695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03AD2-BE90-7B93-419C-532F47F1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6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AC412-B34B-E34E-9AB3-5D2783F5E4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F7DD7-7EBE-2C4C-B9DB-4A72E16A6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174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EB563-F947-A9E4-F83A-32F575EE5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C23E7-3A73-78AC-68F7-6CE4CBBA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AE036-3A14-0B98-3CB3-ED2E82265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AA18-7D70-BD4D-B213-B24785A38CE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8BF14-2416-7C12-5514-CDDF9C67B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0C7-5EE3-A85A-4ED5-96B4F8EE2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F33D6-B010-AA4D-AC56-DEB522842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6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FFC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2CC2-F526-E64D-E22C-6599042E9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CE10A-0A44-E51C-049B-4329B7CE66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4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B7F7C-D41A-BACE-3548-3CC5E94D6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In this quite place with you</a:t>
            </a:r>
            <a:br>
              <a:rPr lang="en-US" dirty="0"/>
            </a:br>
            <a:r>
              <a:rPr lang="en-US" dirty="0"/>
              <a:t> I bow before your throne</a:t>
            </a:r>
          </a:p>
        </p:txBody>
      </p:sp>
    </p:spTree>
    <p:extLst>
      <p:ext uri="{BB962C8B-B14F-4D97-AF65-F5344CB8AC3E}">
        <p14:creationId xmlns:p14="http://schemas.microsoft.com/office/powerpoint/2010/main" val="145845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BCFCD8-BED3-0F1B-12AB-B7F5B1668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 bear the deepest part of me </a:t>
            </a:r>
            <a:br>
              <a:rPr lang="en-US" dirty="0"/>
            </a:br>
            <a:r>
              <a:rPr lang="en-US" dirty="0"/>
              <a:t>To you and you alone </a:t>
            </a:r>
          </a:p>
        </p:txBody>
      </p:sp>
    </p:spTree>
    <p:extLst>
      <p:ext uri="{BB962C8B-B14F-4D97-AF65-F5344CB8AC3E}">
        <p14:creationId xmlns:p14="http://schemas.microsoft.com/office/powerpoint/2010/main" val="2843290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0ADA02-0315-F476-19F9-015D85DA5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 keep no secrets </a:t>
            </a:r>
            <a:br>
              <a:rPr lang="en-US" dirty="0"/>
            </a:br>
            <a:r>
              <a:rPr lang="en-US" dirty="0"/>
              <a:t>For there is no thought </a:t>
            </a:r>
          </a:p>
        </p:txBody>
      </p:sp>
    </p:spTree>
    <p:extLst>
      <p:ext uri="{BB962C8B-B14F-4D97-AF65-F5344CB8AC3E}">
        <p14:creationId xmlns:p14="http://schemas.microsoft.com/office/powerpoint/2010/main" val="333662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B0B9F5-F888-CA26-F053-DD9C1505B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That you have known</a:t>
            </a:r>
          </a:p>
        </p:txBody>
      </p:sp>
    </p:spTree>
    <p:extLst>
      <p:ext uri="{BB962C8B-B14F-4D97-AF65-F5344CB8AC3E}">
        <p14:creationId xmlns:p14="http://schemas.microsoft.com/office/powerpoint/2010/main" val="271088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CD55A5-2CF6-ACE3-BC91-3E00B221A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 bring my best and all the rest</a:t>
            </a:r>
            <a:br>
              <a:rPr lang="en-US" dirty="0"/>
            </a:br>
            <a:r>
              <a:rPr lang="en-US" dirty="0"/>
              <a:t>To you I lay them down </a:t>
            </a:r>
          </a:p>
        </p:txBody>
      </p:sp>
    </p:spTree>
    <p:extLst>
      <p:ext uri="{BB962C8B-B14F-4D97-AF65-F5344CB8AC3E}">
        <p14:creationId xmlns:p14="http://schemas.microsoft.com/office/powerpoint/2010/main" val="118543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870484-542B-77A5-63DA-D33893648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With all my heart</a:t>
            </a:r>
            <a:br>
              <a:rPr lang="en-US" dirty="0"/>
            </a:br>
            <a:r>
              <a:rPr lang="en-US" dirty="0"/>
              <a:t>I want to love you Lord </a:t>
            </a:r>
          </a:p>
        </p:txBody>
      </p:sp>
    </p:spTree>
    <p:extLst>
      <p:ext uri="{BB962C8B-B14F-4D97-AF65-F5344CB8AC3E}">
        <p14:creationId xmlns:p14="http://schemas.microsoft.com/office/powerpoint/2010/main" val="418286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925025-3BD9-04B5-F7EB-9119432A5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And live my life </a:t>
            </a:r>
            <a:br>
              <a:rPr lang="en-US" dirty="0"/>
            </a:br>
            <a:r>
              <a:rPr lang="en-US" dirty="0"/>
              <a:t>Each day to know you more </a:t>
            </a:r>
          </a:p>
        </p:txBody>
      </p:sp>
    </p:spTree>
    <p:extLst>
      <p:ext uri="{BB962C8B-B14F-4D97-AF65-F5344CB8AC3E}">
        <p14:creationId xmlns:p14="http://schemas.microsoft.com/office/powerpoint/2010/main" val="2004699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01C75F-3F73-BE22-84EF-7CDE655E5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All that is in me </a:t>
            </a:r>
            <a:br>
              <a:rPr lang="en-US" dirty="0"/>
            </a:br>
            <a:r>
              <a:rPr lang="en-US" dirty="0"/>
              <a:t>Is yours completely </a:t>
            </a:r>
          </a:p>
        </p:txBody>
      </p:sp>
    </p:spTree>
    <p:extLst>
      <p:ext uri="{BB962C8B-B14F-4D97-AF65-F5344CB8AC3E}">
        <p14:creationId xmlns:p14="http://schemas.microsoft.com/office/powerpoint/2010/main" val="1805174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7B3C22-B82D-FC4A-EF52-091B043C6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I'll serve you only</a:t>
            </a:r>
            <a:br>
              <a:rPr lang="en-US" dirty="0"/>
            </a:br>
            <a:r>
              <a:rPr lang="en-US" dirty="0"/>
              <a:t>With all my heart</a:t>
            </a:r>
          </a:p>
        </p:txBody>
      </p:sp>
    </p:spTree>
    <p:extLst>
      <p:ext uri="{BB962C8B-B14F-4D97-AF65-F5344CB8AC3E}">
        <p14:creationId xmlns:p14="http://schemas.microsoft.com/office/powerpoint/2010/main" val="2272933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4C3FAC-5272-DEE6-5FDD-354CFEBF2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You faithfully supply my needs</a:t>
            </a:r>
            <a:br>
              <a:rPr lang="en-US" dirty="0"/>
            </a:br>
            <a:r>
              <a:rPr lang="en-US" dirty="0"/>
              <a:t>According to your plans</a:t>
            </a:r>
          </a:p>
        </p:txBody>
      </p:sp>
    </p:spTree>
    <p:extLst>
      <p:ext uri="{BB962C8B-B14F-4D97-AF65-F5344CB8AC3E}">
        <p14:creationId xmlns:p14="http://schemas.microsoft.com/office/powerpoint/2010/main" val="2345294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78E858-B302-E0AC-242C-9D3031D8E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So help me Lord to seek your face</a:t>
            </a:r>
            <a:br>
              <a:rPr lang="en-US" dirty="0"/>
            </a:br>
            <a:r>
              <a:rPr lang="en-US" dirty="0"/>
              <a:t>Before I seek your hand</a:t>
            </a:r>
          </a:p>
        </p:txBody>
      </p:sp>
    </p:spTree>
    <p:extLst>
      <p:ext uri="{BB962C8B-B14F-4D97-AF65-F5344CB8AC3E}">
        <p14:creationId xmlns:p14="http://schemas.microsoft.com/office/powerpoint/2010/main" val="2253744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6B5F34-0B49-AF75-A4C6-6C0C74DC2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nd</a:t>
            </a:r>
            <a:r>
              <a:rPr lang="en-US" dirty="0"/>
              <a:t> trust you know what 's best for me </a:t>
            </a:r>
            <a:br>
              <a:rPr lang="en-US" dirty="0"/>
            </a:br>
            <a:r>
              <a:rPr lang="en-US" dirty="0"/>
              <a:t>When I don't understand</a:t>
            </a:r>
          </a:p>
        </p:txBody>
      </p:sp>
    </p:spTree>
    <p:extLst>
      <p:ext uri="{BB962C8B-B14F-4D97-AF65-F5344CB8AC3E}">
        <p14:creationId xmlns:p14="http://schemas.microsoft.com/office/powerpoint/2010/main" val="3213991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8B1341-810F-7727-12F1-F8FA03DA8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Then follow in obedience</a:t>
            </a:r>
            <a:br>
              <a:rPr lang="en-US" dirty="0"/>
            </a:br>
            <a:r>
              <a:rPr lang="en-US" dirty="0"/>
              <a:t>In every circumstance</a:t>
            </a:r>
          </a:p>
        </p:txBody>
      </p:sp>
    </p:spTree>
    <p:extLst>
      <p:ext uri="{BB962C8B-B14F-4D97-AF65-F5344CB8AC3E}">
        <p14:creationId xmlns:p14="http://schemas.microsoft.com/office/powerpoint/2010/main" val="1122319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6901E1-A9F2-995B-43DE-9A46C40A1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I'll serve you only, with all my heart To God be all the glory.. Amen.. </a:t>
            </a:r>
          </a:p>
        </p:txBody>
      </p:sp>
    </p:spTree>
    <p:extLst>
      <p:ext uri="{BB962C8B-B14F-4D97-AF65-F5344CB8AC3E}">
        <p14:creationId xmlns:p14="http://schemas.microsoft.com/office/powerpoint/2010/main" val="2717865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A6FC62-F0BC-B0E6-A8B2-123F76F0D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7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IC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P" id="{0C5A6D40-3701-184A-A333-F6DBD0453217}" vid="{E1061816-E28C-334E-A7D3-00ACB9E3D2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</TotalTime>
  <Words>159</Words>
  <Application>Microsoft Macintosh PowerPoint</Application>
  <PresentationFormat>Widescreen</PresentationFormat>
  <Paragraphs>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ICP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Lee, Ehneeyer</dc:creator>
  <cp:lastModifiedBy>Ryan Moore</cp:lastModifiedBy>
  <cp:revision>2</cp:revision>
  <dcterms:created xsi:type="dcterms:W3CDTF">2026-01-31T03:45:29Z</dcterms:created>
  <dcterms:modified xsi:type="dcterms:W3CDTF">2026-01-31T15:33:49Z</dcterms:modified>
</cp:coreProperties>
</file>