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1" r:id="rId2"/>
  </p:sldMasterIdLst>
  <p:notesMasterIdLst>
    <p:notesMasterId r:id="rId15"/>
  </p:notesMasterIdLst>
  <p:sldIdLst>
    <p:sldId id="273" r:id="rId3"/>
    <p:sldId id="275" r:id="rId4"/>
    <p:sldId id="289" r:id="rId5"/>
    <p:sldId id="258" r:id="rId6"/>
    <p:sldId id="260" r:id="rId7"/>
    <p:sldId id="283" r:id="rId8"/>
    <p:sldId id="291" r:id="rId9"/>
    <p:sldId id="292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E49B0-9CC8-49E3-B6FE-9D48B7829A3B}" type="datetimeFigureOut">
              <a:rPr lang="ko-KR" altLang="en-US" smtClean="0"/>
              <a:t>2025. 11. 2.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2CF13-11C8-4A30-9E5E-BF72BF6859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32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8214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4873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19991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0" y="2057400"/>
            <a:ext cx="5994400" cy="2743200"/>
          </a:xfrm>
        </p:spPr>
        <p:txBody>
          <a:bodyPr/>
          <a:lstStyle>
            <a:lvl1pPr>
              <a:defRPr sz="2800"/>
            </a:lvl1pPr>
            <a:lvl2pPr>
              <a:defRPr sz="24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2057400"/>
            <a:ext cx="5994400" cy="2743200"/>
          </a:xfrm>
        </p:spPr>
        <p:txBody>
          <a:bodyPr/>
          <a:lstStyle>
            <a:lvl1pPr>
              <a:defRPr sz="2800"/>
            </a:lvl1pPr>
            <a:lvl2pPr>
              <a:defRPr sz="24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1567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678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26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87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24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8134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746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2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72017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480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4800600"/>
          </a:xfrm>
        </p:spPr>
        <p:txBody>
          <a:bodyPr vert="eaVert"/>
          <a:lstStyle>
            <a:lvl2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0458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40A0-3E67-4FB7-BA7E-EAF0C0E0891D}" type="datetimeFigureOut">
              <a:rPr lang="ko-KR" altLang="en-US" smtClean="0"/>
              <a:t>2025. 11. 2.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F8A6-1623-4D78-BE77-A71F09F473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39174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057400"/>
            <a:ext cx="12192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0387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ctr" rtl="0" eaLnBrk="0" fontAlgn="base" latinLnBrk="1" hangingPunct="0">
        <a:lnSpc>
          <a:spcPct val="90000"/>
        </a:lnSpc>
        <a:spcBef>
          <a:spcPct val="20000"/>
        </a:spcBef>
        <a:spcAft>
          <a:spcPct val="0"/>
        </a:spcAft>
        <a:buChar char="•"/>
        <a:defRPr kumimoji="1" sz="4400">
          <a:solidFill>
            <a:schemeClr val="tx1"/>
          </a:solidFill>
          <a:latin typeface="Daum_SemiBold" panose="02000700060000000000" pitchFamily="2" charset="-127"/>
          <a:ea typeface="Daum_SemiBold" panose="02000700060000000000" pitchFamily="2" charset="-127"/>
          <a:cs typeface="+mn-cs"/>
        </a:defRPr>
      </a:lvl1pPr>
      <a:lvl2pPr marL="742950" indent="-285750" algn="ctr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ctr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ctr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ctr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en-US" altLang="ko-K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9008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lvl="0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Come, now is the time to worship</a:t>
            </a:r>
          </a:p>
        </p:txBody>
      </p:sp>
    </p:spTree>
    <p:extLst>
      <p:ext uri="{BB962C8B-B14F-4D97-AF65-F5344CB8AC3E}">
        <p14:creationId xmlns:p14="http://schemas.microsoft.com/office/powerpoint/2010/main" val="176008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spc="-300" dirty="0">
                <a:solidFill>
                  <a:srgbClr val="FFFFFF"/>
                </a:solidFill>
                <a:latin typeface="Calibri" panose="020F0502020204030204" pitchFamily="34" charset="0"/>
              </a:rPr>
              <a:t>Come, now is the time to give your heart</a:t>
            </a:r>
          </a:p>
        </p:txBody>
      </p:sp>
    </p:spTree>
    <p:extLst>
      <p:ext uri="{BB962C8B-B14F-4D97-AF65-F5344CB8AC3E}">
        <p14:creationId xmlns:p14="http://schemas.microsoft.com/office/powerpoint/2010/main" val="2642897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Come, just as you are to worship</a:t>
            </a:r>
          </a:p>
        </p:txBody>
      </p:sp>
    </p:spTree>
    <p:extLst>
      <p:ext uri="{BB962C8B-B14F-4D97-AF65-F5344CB8AC3E}">
        <p14:creationId xmlns:p14="http://schemas.microsoft.com/office/powerpoint/2010/main" val="2312575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Come, just as you are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before your God, Come</a:t>
            </a:r>
          </a:p>
        </p:txBody>
      </p:sp>
    </p:spTree>
    <p:extLst>
      <p:ext uri="{BB962C8B-B14F-4D97-AF65-F5344CB8AC3E}">
        <p14:creationId xmlns:p14="http://schemas.microsoft.com/office/powerpoint/2010/main" val="60632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Lord, come</a:t>
            </a:r>
          </a:p>
        </p:txBody>
      </p:sp>
    </p:spTree>
    <p:extLst>
      <p:ext uri="{BB962C8B-B14F-4D97-AF65-F5344CB8AC3E}">
        <p14:creationId xmlns:p14="http://schemas.microsoft.com/office/powerpoint/2010/main" val="412553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Come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ko-KR" altLang="en-US" sz="48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74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Jesus</a:t>
            </a:r>
          </a:p>
        </p:txBody>
      </p:sp>
    </p:spTree>
    <p:extLst>
      <p:ext uri="{BB962C8B-B14F-4D97-AF65-F5344CB8AC3E}">
        <p14:creationId xmlns:p14="http://schemas.microsoft.com/office/powerpoint/2010/main" val="20171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One day every tongue will confess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you are God</a:t>
            </a:r>
          </a:p>
        </p:txBody>
      </p:sp>
    </p:spTree>
    <p:extLst>
      <p:ext uri="{BB962C8B-B14F-4D97-AF65-F5344CB8AC3E}">
        <p14:creationId xmlns:p14="http://schemas.microsoft.com/office/powerpoint/2010/main" val="340656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lvl="0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One day every knee will bow</a:t>
            </a:r>
          </a:p>
        </p:txBody>
      </p:sp>
    </p:spTree>
    <p:extLst>
      <p:ext uri="{BB962C8B-B14F-4D97-AF65-F5344CB8AC3E}">
        <p14:creationId xmlns:p14="http://schemas.microsoft.com/office/powerpoint/2010/main" val="18974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lvl="0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Still the greatest treasure </a:t>
            </a:r>
          </a:p>
          <a:p>
            <a:pPr lvl="0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remains for those</a:t>
            </a:r>
          </a:p>
        </p:txBody>
      </p:sp>
    </p:spTree>
    <p:extLst>
      <p:ext uri="{BB962C8B-B14F-4D97-AF65-F5344CB8AC3E}">
        <p14:creationId xmlns:p14="http://schemas.microsoft.com/office/powerpoint/2010/main" val="1509330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Who gladly </a:t>
            </a:r>
            <a:r>
              <a:rPr lang="en-US" altLang="ko-KR" sz="6000" b="1">
                <a:solidFill>
                  <a:srgbClr val="FFFFFF"/>
                </a:solidFill>
                <a:latin typeface="Calibri" panose="020F0502020204030204" pitchFamily="34" charset="0"/>
              </a:rPr>
              <a:t>choose you </a:t>
            </a:r>
            <a:r>
              <a:rPr lang="en-US" altLang="ko-KR" sz="6000" b="1" dirty="0">
                <a:solidFill>
                  <a:srgbClr val="FFFFFF"/>
                </a:solidFill>
                <a:latin typeface="Calibri" panose="020F0502020204030204" pitchFamily="34" charset="0"/>
              </a:rPr>
              <a:t>now</a:t>
            </a:r>
          </a:p>
        </p:txBody>
      </p:sp>
    </p:spTree>
    <p:extLst>
      <p:ext uri="{BB962C8B-B14F-4D97-AF65-F5344CB8AC3E}">
        <p14:creationId xmlns:p14="http://schemas.microsoft.com/office/powerpoint/2010/main" val="17634096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69</Words>
  <Application>Microsoft Macintosh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굴림</vt:lpstr>
      <vt:lpstr>맑은 고딕</vt:lpstr>
      <vt:lpstr>Arial</vt:lpstr>
      <vt:lpstr>Calibri</vt:lpstr>
      <vt:lpstr>Daum_SemiBold</vt:lpstr>
      <vt:lpstr>1_Office 테마</vt:lpstr>
      <vt:lpstr>1_기본 디자인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Il Park</dc:creator>
  <cp:lastModifiedBy>Ryan Moore</cp:lastModifiedBy>
  <cp:revision>7</cp:revision>
  <dcterms:created xsi:type="dcterms:W3CDTF">2020-02-08T19:28:23Z</dcterms:created>
  <dcterms:modified xsi:type="dcterms:W3CDTF">2025-11-02T17:55:26Z</dcterms:modified>
</cp:coreProperties>
</file>