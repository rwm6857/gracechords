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1" r:id="rId2"/>
  </p:sldMasterIdLst>
  <p:notesMasterIdLst>
    <p:notesMasterId r:id="rId15"/>
  </p:notesMasterIdLst>
  <p:sldIdLst>
    <p:sldId id="273" r:id="rId3"/>
    <p:sldId id="275" r:id="rId4"/>
    <p:sldId id="289" r:id="rId5"/>
    <p:sldId id="258" r:id="rId6"/>
    <p:sldId id="260" r:id="rId7"/>
    <p:sldId id="283" r:id="rId8"/>
    <p:sldId id="291" r:id="rId9"/>
    <p:sldId id="292" r:id="rId10"/>
    <p:sldId id="278" r:id="rId11"/>
    <p:sldId id="279" r:id="rId12"/>
    <p:sldId id="280" r:id="rId13"/>
    <p:sldId id="281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84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22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7E49B0-9CC8-49E3-B6FE-9D48B7829A3B}" type="datetimeFigureOut">
              <a:rPr lang="ko-KR" altLang="en-US" smtClean="0"/>
              <a:t>2025. 11. 2.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42CF13-11C8-4A30-9E5E-BF72BF6859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63275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/>
              <a:t>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5821455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>
            <a:lvl2pPr>
              <a:defRPr>
                <a:latin typeface="Daum_SemiBold" panose="02000700060000000000" pitchFamily="2" charset="-127"/>
                <a:ea typeface="Daum_SemiBold" panose="02000700060000000000" pitchFamily="2" charset="-127"/>
              </a:defRPr>
            </a:lvl2pPr>
            <a:lvl3pPr>
              <a:defRPr>
                <a:latin typeface="Daum_SemiBold" panose="02000700060000000000" pitchFamily="2" charset="-127"/>
                <a:ea typeface="Daum_SemiBold" panose="02000700060000000000" pitchFamily="2" charset="-127"/>
              </a:defRPr>
            </a:lvl3pPr>
            <a:lvl4pPr>
              <a:defRPr>
                <a:latin typeface="Daum_SemiBold" panose="02000700060000000000" pitchFamily="2" charset="-127"/>
                <a:ea typeface="Daum_SemiBold" panose="02000700060000000000" pitchFamily="2" charset="-127"/>
              </a:defRPr>
            </a:lvl4pPr>
            <a:lvl5pPr>
              <a:defRPr>
                <a:latin typeface="Daum_SemiBold" panose="02000700060000000000" pitchFamily="2" charset="-127"/>
                <a:ea typeface="Daum_SemiBold" panose="02000700060000000000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487305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21999116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0" y="2057400"/>
            <a:ext cx="5994400" cy="2743200"/>
          </a:xfrm>
        </p:spPr>
        <p:txBody>
          <a:bodyPr/>
          <a:lstStyle>
            <a:lvl1pPr>
              <a:defRPr sz="2800"/>
            </a:lvl1pPr>
            <a:lvl2pPr>
              <a:defRPr sz="2400">
                <a:latin typeface="Daum_SemiBold" panose="02000700060000000000" pitchFamily="2" charset="-127"/>
                <a:ea typeface="Daum_SemiBold" panose="02000700060000000000" pitchFamily="2" charset="-127"/>
              </a:defRPr>
            </a:lvl2pPr>
            <a:lvl3pPr>
              <a:defRPr sz="2000">
                <a:latin typeface="Daum_SemiBold" panose="02000700060000000000" pitchFamily="2" charset="-127"/>
                <a:ea typeface="Daum_SemiBold" panose="02000700060000000000" pitchFamily="2" charset="-127"/>
              </a:defRPr>
            </a:lvl3pPr>
            <a:lvl4pPr>
              <a:defRPr sz="1800">
                <a:latin typeface="Daum_SemiBold" panose="02000700060000000000" pitchFamily="2" charset="-127"/>
                <a:ea typeface="Daum_SemiBold" panose="02000700060000000000" pitchFamily="2" charset="-127"/>
              </a:defRPr>
            </a:lvl4pPr>
            <a:lvl5pPr>
              <a:defRPr sz="1800">
                <a:latin typeface="Daum_SemiBold" panose="02000700060000000000" pitchFamily="2" charset="-127"/>
                <a:ea typeface="Daum_SemiBold" panose="02000700060000000000" pitchFamily="2" charset="-127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600" y="2057400"/>
            <a:ext cx="5994400" cy="2743200"/>
          </a:xfrm>
        </p:spPr>
        <p:txBody>
          <a:bodyPr/>
          <a:lstStyle>
            <a:lvl1pPr>
              <a:defRPr sz="2800"/>
            </a:lvl1pPr>
            <a:lvl2pPr>
              <a:defRPr sz="2400">
                <a:latin typeface="Daum_SemiBold" panose="02000700060000000000" pitchFamily="2" charset="-127"/>
                <a:ea typeface="Daum_SemiBold" panose="02000700060000000000" pitchFamily="2" charset="-127"/>
              </a:defRPr>
            </a:lvl2pPr>
            <a:lvl3pPr>
              <a:defRPr sz="2000">
                <a:latin typeface="Daum_SemiBold" panose="02000700060000000000" pitchFamily="2" charset="-127"/>
                <a:ea typeface="Daum_SemiBold" panose="02000700060000000000" pitchFamily="2" charset="-127"/>
              </a:defRPr>
            </a:lvl3pPr>
            <a:lvl4pPr>
              <a:defRPr sz="1800">
                <a:latin typeface="Daum_SemiBold" panose="02000700060000000000" pitchFamily="2" charset="-127"/>
                <a:ea typeface="Daum_SemiBold" panose="02000700060000000000" pitchFamily="2" charset="-127"/>
              </a:defRPr>
            </a:lvl4pPr>
            <a:lvl5pPr>
              <a:defRPr sz="1800">
                <a:latin typeface="Daum_SemiBold" panose="02000700060000000000" pitchFamily="2" charset="-127"/>
                <a:ea typeface="Daum_SemiBold" panose="02000700060000000000" pitchFamily="2" charset="-127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9156701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>
                <a:latin typeface="Daum_SemiBold" panose="02000700060000000000" pitchFamily="2" charset="-127"/>
                <a:ea typeface="Daum_SemiBold" panose="02000700060000000000" pitchFamily="2" charset="-127"/>
              </a:defRPr>
            </a:lvl2pPr>
            <a:lvl3pPr>
              <a:defRPr sz="1800">
                <a:latin typeface="Daum_SemiBold" panose="02000700060000000000" pitchFamily="2" charset="-127"/>
                <a:ea typeface="Daum_SemiBold" panose="02000700060000000000" pitchFamily="2" charset="-127"/>
              </a:defRPr>
            </a:lvl3pPr>
            <a:lvl4pPr>
              <a:defRPr sz="1600">
                <a:latin typeface="Daum_SemiBold" panose="02000700060000000000" pitchFamily="2" charset="-127"/>
                <a:ea typeface="Daum_SemiBold" panose="02000700060000000000" pitchFamily="2" charset="-127"/>
              </a:defRPr>
            </a:lvl4pPr>
            <a:lvl5pPr>
              <a:defRPr sz="1600">
                <a:latin typeface="Daum_SemiBold" panose="02000700060000000000" pitchFamily="2" charset="-127"/>
                <a:ea typeface="Daum_SemiBold" panose="02000700060000000000" pitchFamily="2" charset="-127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>
                <a:latin typeface="Daum_SemiBold" panose="02000700060000000000" pitchFamily="2" charset="-127"/>
                <a:ea typeface="Daum_SemiBold" panose="02000700060000000000" pitchFamily="2" charset="-127"/>
              </a:defRPr>
            </a:lvl2pPr>
            <a:lvl3pPr>
              <a:defRPr sz="1800">
                <a:latin typeface="Daum_SemiBold" panose="02000700060000000000" pitchFamily="2" charset="-127"/>
                <a:ea typeface="Daum_SemiBold" panose="02000700060000000000" pitchFamily="2" charset="-127"/>
              </a:defRPr>
            </a:lvl3pPr>
            <a:lvl4pPr>
              <a:defRPr sz="1600">
                <a:latin typeface="Daum_SemiBold" panose="02000700060000000000" pitchFamily="2" charset="-127"/>
                <a:ea typeface="Daum_SemiBold" panose="02000700060000000000" pitchFamily="2" charset="-127"/>
              </a:defRPr>
            </a:lvl4pPr>
            <a:lvl5pPr>
              <a:defRPr sz="1600">
                <a:latin typeface="Daum_SemiBold" panose="02000700060000000000" pitchFamily="2" charset="-127"/>
                <a:ea typeface="Daum_SemiBold" panose="02000700060000000000" pitchFamily="2" charset="-127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467863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272636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88719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>
                <a:latin typeface="Daum_SemiBold" panose="02000700060000000000" pitchFamily="2" charset="-127"/>
                <a:ea typeface="Daum_SemiBold" panose="02000700060000000000" pitchFamily="2" charset="-127"/>
              </a:defRPr>
            </a:lvl2pPr>
            <a:lvl3pPr>
              <a:defRPr sz="2400">
                <a:latin typeface="Daum_SemiBold" panose="02000700060000000000" pitchFamily="2" charset="-127"/>
                <a:ea typeface="Daum_SemiBold" panose="02000700060000000000" pitchFamily="2" charset="-127"/>
              </a:defRPr>
            </a:lvl3pPr>
            <a:lvl4pPr>
              <a:defRPr sz="2000">
                <a:latin typeface="Daum_SemiBold" panose="02000700060000000000" pitchFamily="2" charset="-127"/>
                <a:ea typeface="Daum_SemiBold" panose="02000700060000000000" pitchFamily="2" charset="-127"/>
              </a:defRPr>
            </a:lvl4pPr>
            <a:lvl5pPr>
              <a:defRPr sz="2000">
                <a:latin typeface="Daum_SemiBold" panose="02000700060000000000" pitchFamily="2" charset="-127"/>
                <a:ea typeface="Daum_SemiBold" panose="02000700060000000000" pitchFamily="2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28813407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33374640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2pPr>
              <a:defRPr>
                <a:latin typeface="Daum_SemiBold" panose="02000700060000000000" pitchFamily="2" charset="-127"/>
                <a:ea typeface="Daum_SemiBold" panose="02000700060000000000" pitchFamily="2" charset="-127"/>
              </a:defRPr>
            </a:lvl2pPr>
            <a:lvl3pPr>
              <a:defRPr>
                <a:latin typeface="Daum_SemiBold" panose="02000700060000000000" pitchFamily="2" charset="-127"/>
                <a:ea typeface="Daum_SemiBold" panose="02000700060000000000" pitchFamily="2" charset="-127"/>
              </a:defRPr>
            </a:lvl3pPr>
            <a:lvl4pPr>
              <a:defRPr>
                <a:latin typeface="Daum_SemiBold" panose="02000700060000000000" pitchFamily="2" charset="-127"/>
                <a:ea typeface="Daum_SemiBold" panose="02000700060000000000" pitchFamily="2" charset="-127"/>
              </a:defRPr>
            </a:lvl4pPr>
            <a:lvl5pPr>
              <a:defRPr>
                <a:latin typeface="Daum_SemiBold" panose="02000700060000000000" pitchFamily="2" charset="-127"/>
                <a:ea typeface="Daum_SemiBold" panose="02000700060000000000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7720179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9144000" y="0"/>
            <a:ext cx="3048000" cy="480060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0" y="0"/>
            <a:ext cx="8940800" cy="4800600"/>
          </a:xfrm>
        </p:spPr>
        <p:txBody>
          <a:bodyPr vert="eaVert"/>
          <a:lstStyle>
            <a:lvl2pPr>
              <a:defRPr>
                <a:latin typeface="Daum_SemiBold" panose="02000700060000000000" pitchFamily="2" charset="-127"/>
                <a:ea typeface="Daum_SemiBold" panose="02000700060000000000" pitchFamily="2" charset="-127"/>
              </a:defRPr>
            </a:lvl2pPr>
            <a:lvl3pPr>
              <a:defRPr>
                <a:latin typeface="Daum_SemiBold" panose="02000700060000000000" pitchFamily="2" charset="-127"/>
                <a:ea typeface="Daum_SemiBold" panose="02000700060000000000" pitchFamily="2" charset="-127"/>
              </a:defRPr>
            </a:lvl3pPr>
            <a:lvl4pPr>
              <a:defRPr>
                <a:latin typeface="Daum_SemiBold" panose="02000700060000000000" pitchFamily="2" charset="-127"/>
                <a:ea typeface="Daum_SemiBold" panose="02000700060000000000" pitchFamily="2" charset="-127"/>
              </a:defRPr>
            </a:lvl4pPr>
            <a:lvl5pPr>
              <a:defRPr>
                <a:latin typeface="Daum_SemiBold" panose="02000700060000000000" pitchFamily="2" charset="-127"/>
                <a:ea typeface="Daum_SemiBold" panose="02000700060000000000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42045836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9940A0-3E67-4FB7-BA7E-EAF0C0E0891D}" type="datetimeFigureOut">
              <a:rPr lang="ko-KR" altLang="en-US" smtClean="0"/>
              <a:t>2025. 11. 2.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600" y="6356352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16F8A6-1623-4D78-BE77-A71F09F473B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6391741"/>
      </p:ext>
    </p:extLst>
  </p:cSld>
  <p:clrMap bg1="lt1" tx1="dk1" bg2="lt2" tx2="dk2" accent1="accent1" accent2="accent2" accent3="accent3" accent4="accent4" accent5="accent5" accent6="accent6" hlink="hlink" folHlink="folHlink"/>
  <p:txStyles>
    <p:titleStyle>
      <a:lvl1pPr algn="ctr" defTabSz="1219170" rtl="0" eaLnBrk="1" latinLnBrk="1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1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1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1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1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0" y="0"/>
            <a:ext cx="12192000" cy="1828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0" y="2057400"/>
            <a:ext cx="12192000" cy="2743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3903874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kumimoji="1" sz="6000">
          <a:solidFill>
            <a:schemeClr val="tx2"/>
          </a:solidFill>
          <a:latin typeface="Daum_SemiBold" panose="02000700060000000000" pitchFamily="2" charset="-127"/>
          <a:ea typeface="Daum_SemiBold" panose="02000700060000000000" pitchFamily="2" charset="-127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kumimoji="1" sz="6000">
          <a:solidFill>
            <a:schemeClr val="tx2"/>
          </a:solidFill>
          <a:latin typeface="Daum_SemiBold" panose="02000700060000000000" pitchFamily="2" charset="-127"/>
          <a:ea typeface="Daum_SemiBold" panose="02000700060000000000" pitchFamily="2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kumimoji="1" sz="6000">
          <a:solidFill>
            <a:schemeClr val="tx2"/>
          </a:solidFill>
          <a:latin typeface="Daum_SemiBold" panose="02000700060000000000" pitchFamily="2" charset="-127"/>
          <a:ea typeface="Daum_SemiBold" panose="02000700060000000000" pitchFamily="2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kumimoji="1" sz="6000">
          <a:solidFill>
            <a:schemeClr val="tx2"/>
          </a:solidFill>
          <a:latin typeface="Daum_SemiBold" panose="02000700060000000000" pitchFamily="2" charset="-127"/>
          <a:ea typeface="Daum_SemiBold" panose="02000700060000000000" pitchFamily="2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kumimoji="1" sz="6000">
          <a:solidFill>
            <a:schemeClr val="tx2"/>
          </a:solidFill>
          <a:latin typeface="Daum_SemiBold" panose="02000700060000000000" pitchFamily="2" charset="-127"/>
          <a:ea typeface="Daum_SemiBold" panose="02000700060000000000" pitchFamily="2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kumimoji="1" sz="6000">
          <a:solidFill>
            <a:schemeClr val="tx2"/>
          </a:solidFill>
          <a:latin typeface="굴림" pitchFamily="50" charset="-127"/>
          <a:ea typeface="굴림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kumimoji="1" sz="6000">
          <a:solidFill>
            <a:schemeClr val="tx2"/>
          </a:solidFill>
          <a:latin typeface="굴림" pitchFamily="50" charset="-127"/>
          <a:ea typeface="굴림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kumimoji="1" sz="6000">
          <a:solidFill>
            <a:schemeClr val="tx2"/>
          </a:solidFill>
          <a:latin typeface="굴림" pitchFamily="50" charset="-127"/>
          <a:ea typeface="굴림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kumimoji="1" sz="6000">
          <a:solidFill>
            <a:schemeClr val="tx2"/>
          </a:solidFill>
          <a:latin typeface="굴림" pitchFamily="50" charset="-127"/>
          <a:ea typeface="굴림" pitchFamily="50" charset="-127"/>
        </a:defRPr>
      </a:lvl9pPr>
    </p:titleStyle>
    <p:bodyStyle>
      <a:lvl1pPr marL="342900" indent="-342900" algn="ctr" rtl="0" eaLnBrk="0" fontAlgn="base" latinLnBrk="1" hangingPunct="0">
        <a:lnSpc>
          <a:spcPct val="90000"/>
        </a:lnSpc>
        <a:spcBef>
          <a:spcPct val="20000"/>
        </a:spcBef>
        <a:spcAft>
          <a:spcPct val="0"/>
        </a:spcAft>
        <a:buChar char="•"/>
        <a:defRPr kumimoji="1" sz="4400">
          <a:solidFill>
            <a:schemeClr val="tx1"/>
          </a:solidFill>
          <a:latin typeface="Daum_SemiBold" panose="02000700060000000000" pitchFamily="2" charset="-127"/>
          <a:ea typeface="Daum_SemiBold" panose="02000700060000000000" pitchFamily="2" charset="-127"/>
          <a:cs typeface="+mn-cs"/>
        </a:defRPr>
      </a:lvl1pPr>
      <a:lvl2pPr marL="742950" indent="-285750" algn="ctr" rtl="0" eaLnBrk="0" fontAlgn="base" latinLnBrk="1" hangingPunct="0">
        <a:spcBef>
          <a:spcPct val="20000"/>
        </a:spcBef>
        <a:spcAft>
          <a:spcPct val="0"/>
        </a:spcAft>
        <a:buChar char="–"/>
        <a:defRPr kumimoji="1" sz="2800">
          <a:solidFill>
            <a:schemeClr val="tx1"/>
          </a:solidFill>
          <a:latin typeface="+mn-lt"/>
          <a:ea typeface="+mn-ea"/>
        </a:defRPr>
      </a:lvl2pPr>
      <a:lvl3pPr marL="1143000" indent="-228600" algn="ctr" rtl="0" eaLnBrk="0" fontAlgn="base" latinLnBrk="1" hangingPunct="0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</a:defRPr>
      </a:lvl3pPr>
      <a:lvl4pPr marL="1600200" indent="-228600" algn="ctr" rtl="0" eaLnBrk="0" fontAlgn="base" latinLnBrk="1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ctr" rtl="0" eaLnBrk="0" fontAlgn="base" latinLnBrk="1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ctr" rtl="0" fontAlgn="base" latinLnBrk="1">
        <a:spcBef>
          <a:spcPct val="20000"/>
        </a:spcBef>
        <a:spcAft>
          <a:spcPct val="0"/>
        </a:spcAft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ctr" rtl="0" fontAlgn="base" latinLnBrk="1">
        <a:spcBef>
          <a:spcPct val="20000"/>
        </a:spcBef>
        <a:spcAft>
          <a:spcPct val="0"/>
        </a:spcAft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ctr" rtl="0" fontAlgn="base" latinLnBrk="1">
        <a:spcBef>
          <a:spcPct val="20000"/>
        </a:spcBef>
        <a:spcAft>
          <a:spcPct val="0"/>
        </a:spcAft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ctr" rtl="0" fontAlgn="base" latinLnBrk="1">
        <a:spcBef>
          <a:spcPct val="20000"/>
        </a:spcBef>
        <a:spcAft>
          <a:spcPct val="0"/>
        </a:spcAft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idx="1"/>
          </p:nvPr>
        </p:nvSpPr>
        <p:spPr>
          <a:xfrm>
            <a:off x="0" y="1271588"/>
            <a:ext cx="12192000" cy="3573462"/>
          </a:xfrm>
        </p:spPr>
        <p:txBody>
          <a:bodyPr/>
          <a:lstStyle/>
          <a:p>
            <a:pPr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FontTx/>
              <a:buNone/>
            </a:pPr>
            <a:endParaRPr lang="en-US" altLang="ko-KR" sz="5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3090084"/>
      </p:ext>
    </p:extLst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idx="1"/>
          </p:nvPr>
        </p:nvSpPr>
        <p:spPr>
          <a:xfrm>
            <a:off x="0" y="1271588"/>
            <a:ext cx="12192000" cy="3573462"/>
          </a:xfrm>
        </p:spPr>
        <p:txBody>
          <a:bodyPr/>
          <a:lstStyle/>
          <a:p>
            <a:pPr lvl="0" eaLnBrk="1" hangingPunct="1">
              <a:lnSpc>
                <a:spcPct val="100000"/>
              </a:lnSpc>
              <a:spcBef>
                <a:spcPct val="0"/>
              </a:spcBef>
              <a:buNone/>
              <a:defRPr/>
            </a:pPr>
            <a:r>
              <a:rPr lang="en-US" altLang="ko-KR" sz="6000" b="1" dirty="0">
                <a:solidFill>
                  <a:srgbClr val="FFFFFF"/>
                </a:solidFill>
                <a:latin typeface="Calibri" panose="020F0502020204030204" pitchFamily="34" charset="0"/>
              </a:rPr>
              <a:t>Come, now is the time to worship</a:t>
            </a:r>
          </a:p>
        </p:txBody>
      </p:sp>
    </p:spTree>
    <p:extLst>
      <p:ext uri="{BB962C8B-B14F-4D97-AF65-F5344CB8AC3E}">
        <p14:creationId xmlns:p14="http://schemas.microsoft.com/office/powerpoint/2010/main" val="17600831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idx="1"/>
          </p:nvPr>
        </p:nvSpPr>
        <p:spPr>
          <a:xfrm>
            <a:off x="0" y="1271588"/>
            <a:ext cx="12192000" cy="3573462"/>
          </a:xfrm>
        </p:spPr>
        <p:txBody>
          <a:bodyPr/>
          <a:lstStyle/>
          <a:p>
            <a:pPr eaLnBrk="1" hangingPunct="1">
              <a:lnSpc>
                <a:spcPct val="100000"/>
              </a:lnSpc>
              <a:spcBef>
                <a:spcPct val="0"/>
              </a:spcBef>
              <a:buNone/>
              <a:defRPr/>
            </a:pPr>
            <a:r>
              <a:rPr lang="en-US" altLang="ko-KR" sz="6000" b="1" spc="-300" dirty="0">
                <a:solidFill>
                  <a:srgbClr val="FFFFFF"/>
                </a:solidFill>
                <a:latin typeface="Calibri" panose="020F0502020204030204" pitchFamily="34" charset="0"/>
              </a:rPr>
              <a:t>Come, now is the time to give your heart</a:t>
            </a:r>
          </a:p>
        </p:txBody>
      </p:sp>
    </p:spTree>
    <p:extLst>
      <p:ext uri="{BB962C8B-B14F-4D97-AF65-F5344CB8AC3E}">
        <p14:creationId xmlns:p14="http://schemas.microsoft.com/office/powerpoint/2010/main" val="26428970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idx="1"/>
          </p:nvPr>
        </p:nvSpPr>
        <p:spPr>
          <a:xfrm>
            <a:off x="0" y="1271588"/>
            <a:ext cx="12192000" cy="3573462"/>
          </a:xfrm>
        </p:spPr>
        <p:txBody>
          <a:bodyPr/>
          <a:lstStyle/>
          <a:p>
            <a:pPr eaLnBrk="1" hangingPunct="1">
              <a:lnSpc>
                <a:spcPct val="100000"/>
              </a:lnSpc>
              <a:spcBef>
                <a:spcPct val="0"/>
              </a:spcBef>
              <a:buNone/>
              <a:defRPr/>
            </a:pPr>
            <a:r>
              <a:rPr lang="en-US" altLang="ko-KR" sz="6000" b="1" dirty="0">
                <a:solidFill>
                  <a:srgbClr val="FFFFFF"/>
                </a:solidFill>
                <a:latin typeface="Calibri" panose="020F0502020204030204" pitchFamily="34" charset="0"/>
              </a:rPr>
              <a:t>Come, just as you are to worship</a:t>
            </a:r>
          </a:p>
        </p:txBody>
      </p:sp>
    </p:spTree>
    <p:extLst>
      <p:ext uri="{BB962C8B-B14F-4D97-AF65-F5344CB8AC3E}">
        <p14:creationId xmlns:p14="http://schemas.microsoft.com/office/powerpoint/2010/main" val="23125759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idx="1"/>
          </p:nvPr>
        </p:nvSpPr>
        <p:spPr>
          <a:xfrm>
            <a:off x="0" y="1271588"/>
            <a:ext cx="12192000" cy="3573462"/>
          </a:xfrm>
        </p:spPr>
        <p:txBody>
          <a:bodyPr/>
          <a:lstStyle/>
          <a:p>
            <a:pPr eaLnBrk="1" hangingPunct="1">
              <a:lnSpc>
                <a:spcPct val="100000"/>
              </a:lnSpc>
              <a:spcBef>
                <a:spcPct val="0"/>
              </a:spcBef>
              <a:buNone/>
              <a:defRPr/>
            </a:pPr>
            <a:r>
              <a:rPr lang="en-US" altLang="ko-KR" sz="6000" b="1" dirty="0">
                <a:solidFill>
                  <a:srgbClr val="FFFFFF"/>
                </a:solidFill>
                <a:latin typeface="Calibri" panose="020F0502020204030204" pitchFamily="34" charset="0"/>
              </a:rPr>
              <a:t>Come, just as you are </a:t>
            </a:r>
          </a:p>
          <a:p>
            <a:pPr eaLnBrk="1" hangingPunct="1">
              <a:lnSpc>
                <a:spcPct val="100000"/>
              </a:lnSpc>
              <a:spcBef>
                <a:spcPct val="0"/>
              </a:spcBef>
              <a:buNone/>
              <a:defRPr/>
            </a:pPr>
            <a:r>
              <a:rPr lang="en-US" altLang="ko-KR" sz="6000" b="1" dirty="0">
                <a:solidFill>
                  <a:srgbClr val="FFFFFF"/>
                </a:solidFill>
                <a:latin typeface="Calibri" panose="020F0502020204030204" pitchFamily="34" charset="0"/>
              </a:rPr>
              <a:t>before your God, Come</a:t>
            </a:r>
          </a:p>
        </p:txBody>
      </p:sp>
    </p:spTree>
    <p:extLst>
      <p:ext uri="{BB962C8B-B14F-4D97-AF65-F5344CB8AC3E}">
        <p14:creationId xmlns:p14="http://schemas.microsoft.com/office/powerpoint/2010/main" val="6063266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idx="1"/>
          </p:nvPr>
        </p:nvSpPr>
        <p:spPr>
          <a:xfrm>
            <a:off x="0" y="1271588"/>
            <a:ext cx="12192000" cy="3573462"/>
          </a:xfrm>
        </p:spPr>
        <p:txBody>
          <a:bodyPr/>
          <a:lstStyle/>
          <a:p>
            <a:pPr eaLnBrk="1" hangingPunct="1">
              <a:lnSpc>
                <a:spcPct val="100000"/>
              </a:lnSpc>
              <a:spcBef>
                <a:spcPct val="0"/>
              </a:spcBef>
              <a:buNone/>
              <a:defRPr/>
            </a:pPr>
            <a:r>
              <a:rPr lang="en-US" altLang="ko-KR" sz="6000" b="1" dirty="0">
                <a:solidFill>
                  <a:srgbClr val="FFFFFF"/>
                </a:solidFill>
                <a:latin typeface="Calibri" panose="020F0502020204030204" pitchFamily="34" charset="0"/>
              </a:rPr>
              <a:t>Lord, come</a:t>
            </a:r>
          </a:p>
        </p:txBody>
      </p:sp>
    </p:spTree>
    <p:extLst>
      <p:ext uri="{BB962C8B-B14F-4D97-AF65-F5344CB8AC3E}">
        <p14:creationId xmlns:p14="http://schemas.microsoft.com/office/powerpoint/2010/main" val="41255368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idx="1"/>
          </p:nvPr>
        </p:nvSpPr>
        <p:spPr>
          <a:xfrm>
            <a:off x="0" y="1271588"/>
            <a:ext cx="12192000" cy="3573462"/>
          </a:xfrm>
        </p:spPr>
        <p:txBody>
          <a:bodyPr/>
          <a:lstStyle/>
          <a:p>
            <a:pPr eaLnBrk="1" hangingPunct="1">
              <a:lnSpc>
                <a:spcPct val="100000"/>
              </a:lnSpc>
              <a:spcBef>
                <a:spcPct val="0"/>
              </a:spcBef>
              <a:buNone/>
              <a:defRPr/>
            </a:pPr>
            <a:r>
              <a:rPr lang="en-US" altLang="ko-KR" sz="6000" b="1" dirty="0">
                <a:solidFill>
                  <a:srgbClr val="FFFFFF"/>
                </a:solidFill>
                <a:latin typeface="Calibri" panose="020F0502020204030204" pitchFamily="34" charset="0"/>
              </a:rPr>
              <a:t>Come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endParaRPr lang="ko-KR" altLang="en-US" sz="4800" b="1" dirty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87425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idx="1"/>
          </p:nvPr>
        </p:nvSpPr>
        <p:spPr>
          <a:xfrm>
            <a:off x="0" y="1271588"/>
            <a:ext cx="12192000" cy="3573462"/>
          </a:xfrm>
        </p:spPr>
        <p:txBody>
          <a:bodyPr/>
          <a:lstStyle/>
          <a:p>
            <a:pPr eaLnBrk="1" hangingPunct="1">
              <a:lnSpc>
                <a:spcPct val="100000"/>
              </a:lnSpc>
              <a:spcBef>
                <a:spcPct val="0"/>
              </a:spcBef>
              <a:buNone/>
              <a:defRPr/>
            </a:pPr>
            <a:r>
              <a:rPr lang="en-US" altLang="ko-KR" sz="6000" b="1" dirty="0">
                <a:solidFill>
                  <a:srgbClr val="FFFFFF"/>
                </a:solidFill>
                <a:latin typeface="Calibri" panose="020F0502020204030204" pitchFamily="34" charset="0"/>
              </a:rPr>
              <a:t>Jesus</a:t>
            </a:r>
          </a:p>
        </p:txBody>
      </p:sp>
    </p:spTree>
    <p:extLst>
      <p:ext uri="{BB962C8B-B14F-4D97-AF65-F5344CB8AC3E}">
        <p14:creationId xmlns:p14="http://schemas.microsoft.com/office/powerpoint/2010/main" val="2017141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idx="1"/>
          </p:nvPr>
        </p:nvSpPr>
        <p:spPr>
          <a:xfrm>
            <a:off x="0" y="1271588"/>
            <a:ext cx="12192000" cy="3573462"/>
          </a:xfrm>
        </p:spPr>
        <p:txBody>
          <a:bodyPr/>
          <a:lstStyle/>
          <a:p>
            <a:pPr eaLnBrk="1" hangingPunct="1">
              <a:lnSpc>
                <a:spcPct val="100000"/>
              </a:lnSpc>
              <a:spcBef>
                <a:spcPct val="0"/>
              </a:spcBef>
              <a:buNone/>
              <a:defRPr/>
            </a:pPr>
            <a:r>
              <a:rPr lang="en-US" altLang="ko-KR" sz="6000" b="1" dirty="0">
                <a:solidFill>
                  <a:srgbClr val="FFFFFF"/>
                </a:solidFill>
                <a:latin typeface="Calibri" panose="020F0502020204030204" pitchFamily="34" charset="0"/>
              </a:rPr>
              <a:t>One day every tongue will confess</a:t>
            </a:r>
          </a:p>
          <a:p>
            <a:pPr eaLnBrk="1" hangingPunct="1">
              <a:lnSpc>
                <a:spcPct val="100000"/>
              </a:lnSpc>
              <a:spcBef>
                <a:spcPct val="0"/>
              </a:spcBef>
              <a:buNone/>
              <a:defRPr/>
            </a:pPr>
            <a:r>
              <a:rPr lang="en-US" altLang="ko-KR" sz="6000" b="1" dirty="0">
                <a:solidFill>
                  <a:srgbClr val="FFFFFF"/>
                </a:solidFill>
                <a:latin typeface="Calibri" panose="020F0502020204030204" pitchFamily="34" charset="0"/>
              </a:rPr>
              <a:t>you are God</a:t>
            </a:r>
          </a:p>
        </p:txBody>
      </p:sp>
    </p:spTree>
    <p:extLst>
      <p:ext uri="{BB962C8B-B14F-4D97-AF65-F5344CB8AC3E}">
        <p14:creationId xmlns:p14="http://schemas.microsoft.com/office/powerpoint/2010/main" val="34065653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idx="1"/>
          </p:nvPr>
        </p:nvSpPr>
        <p:spPr>
          <a:xfrm>
            <a:off x="0" y="1271588"/>
            <a:ext cx="12192000" cy="3573462"/>
          </a:xfrm>
        </p:spPr>
        <p:txBody>
          <a:bodyPr/>
          <a:lstStyle/>
          <a:p>
            <a:pPr lvl="0" eaLnBrk="1" hangingPunct="1">
              <a:lnSpc>
                <a:spcPct val="100000"/>
              </a:lnSpc>
              <a:spcBef>
                <a:spcPct val="0"/>
              </a:spcBef>
              <a:buNone/>
              <a:defRPr/>
            </a:pPr>
            <a:r>
              <a:rPr lang="en-US" altLang="ko-KR" sz="6000" b="1" dirty="0">
                <a:solidFill>
                  <a:srgbClr val="FFFFFF"/>
                </a:solidFill>
                <a:latin typeface="Calibri" panose="020F0502020204030204" pitchFamily="34" charset="0"/>
              </a:rPr>
              <a:t>One day every knee will bow</a:t>
            </a:r>
          </a:p>
        </p:txBody>
      </p:sp>
    </p:spTree>
    <p:extLst>
      <p:ext uri="{BB962C8B-B14F-4D97-AF65-F5344CB8AC3E}">
        <p14:creationId xmlns:p14="http://schemas.microsoft.com/office/powerpoint/2010/main" val="1897454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idx="1"/>
          </p:nvPr>
        </p:nvSpPr>
        <p:spPr>
          <a:xfrm>
            <a:off x="0" y="1271588"/>
            <a:ext cx="12192000" cy="3573462"/>
          </a:xfrm>
        </p:spPr>
        <p:txBody>
          <a:bodyPr/>
          <a:lstStyle/>
          <a:p>
            <a:pPr lvl="0" eaLnBrk="1" hangingPunct="1">
              <a:lnSpc>
                <a:spcPct val="100000"/>
              </a:lnSpc>
              <a:spcBef>
                <a:spcPct val="0"/>
              </a:spcBef>
              <a:buNone/>
              <a:defRPr/>
            </a:pPr>
            <a:r>
              <a:rPr lang="en-US" altLang="ko-KR" sz="6000" b="1" dirty="0">
                <a:solidFill>
                  <a:srgbClr val="FFFFFF"/>
                </a:solidFill>
                <a:latin typeface="Calibri" panose="020F0502020204030204" pitchFamily="34" charset="0"/>
              </a:rPr>
              <a:t>Still the greatest treasure </a:t>
            </a:r>
          </a:p>
          <a:p>
            <a:pPr lvl="0" eaLnBrk="1" hangingPunct="1">
              <a:lnSpc>
                <a:spcPct val="100000"/>
              </a:lnSpc>
              <a:spcBef>
                <a:spcPct val="0"/>
              </a:spcBef>
              <a:buNone/>
              <a:defRPr/>
            </a:pPr>
            <a:r>
              <a:rPr lang="en-US" altLang="ko-KR" sz="6000" b="1" dirty="0">
                <a:solidFill>
                  <a:srgbClr val="FFFFFF"/>
                </a:solidFill>
                <a:latin typeface="Calibri" panose="020F0502020204030204" pitchFamily="34" charset="0"/>
              </a:rPr>
              <a:t>remains for those</a:t>
            </a:r>
          </a:p>
        </p:txBody>
      </p:sp>
    </p:spTree>
    <p:extLst>
      <p:ext uri="{BB962C8B-B14F-4D97-AF65-F5344CB8AC3E}">
        <p14:creationId xmlns:p14="http://schemas.microsoft.com/office/powerpoint/2010/main" val="15093302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idx="1"/>
          </p:nvPr>
        </p:nvSpPr>
        <p:spPr>
          <a:xfrm>
            <a:off x="0" y="1271588"/>
            <a:ext cx="12192000" cy="3573462"/>
          </a:xfrm>
        </p:spPr>
        <p:txBody>
          <a:bodyPr/>
          <a:lstStyle/>
          <a:p>
            <a:pPr eaLnBrk="1" hangingPunct="1">
              <a:lnSpc>
                <a:spcPct val="100000"/>
              </a:lnSpc>
              <a:spcBef>
                <a:spcPct val="0"/>
              </a:spcBef>
              <a:buNone/>
              <a:defRPr/>
            </a:pPr>
            <a:r>
              <a:rPr lang="en-US" altLang="ko-KR" sz="6000" b="1" dirty="0">
                <a:solidFill>
                  <a:srgbClr val="FFFFFF"/>
                </a:solidFill>
                <a:latin typeface="Calibri" panose="020F0502020204030204" pitchFamily="34" charset="0"/>
              </a:rPr>
              <a:t>Who gladly </a:t>
            </a:r>
            <a:r>
              <a:rPr lang="en-US" altLang="ko-KR" sz="6000" b="1">
                <a:solidFill>
                  <a:srgbClr val="FFFFFF"/>
                </a:solidFill>
                <a:latin typeface="Calibri" panose="020F0502020204030204" pitchFamily="34" charset="0"/>
              </a:rPr>
              <a:t>choose you </a:t>
            </a:r>
            <a:r>
              <a:rPr lang="en-US" altLang="ko-KR" sz="6000" b="1" dirty="0">
                <a:solidFill>
                  <a:srgbClr val="FFFFFF"/>
                </a:solidFill>
                <a:latin typeface="Calibri" panose="020F0502020204030204" pitchFamily="34" charset="0"/>
              </a:rPr>
              <a:t>now</a:t>
            </a:r>
          </a:p>
        </p:txBody>
      </p:sp>
    </p:spTree>
    <p:extLst>
      <p:ext uri="{BB962C8B-B14F-4D97-AF65-F5344CB8AC3E}">
        <p14:creationId xmlns:p14="http://schemas.microsoft.com/office/powerpoint/2010/main" val="176340967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기본 디자인">
  <a:themeElements>
    <a:clrScheme name="1_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1_기본 디자인">
      <a:majorFont>
        <a:latin typeface="굴림"/>
        <a:ea typeface="굴림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1_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69</Words>
  <Application>Microsoft Macintosh PowerPoint</Application>
  <PresentationFormat>Widescreen</PresentationFormat>
  <Paragraphs>14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굴림</vt:lpstr>
      <vt:lpstr>맑은 고딕</vt:lpstr>
      <vt:lpstr>Arial</vt:lpstr>
      <vt:lpstr>Calibri</vt:lpstr>
      <vt:lpstr>Daum_SemiBold</vt:lpstr>
      <vt:lpstr>1_Office 테마</vt:lpstr>
      <vt:lpstr>1_기본 디자인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Il Park</dc:creator>
  <cp:lastModifiedBy>Ryan Moore</cp:lastModifiedBy>
  <cp:revision>7</cp:revision>
  <dcterms:created xsi:type="dcterms:W3CDTF">2020-02-08T19:28:23Z</dcterms:created>
  <dcterms:modified xsi:type="dcterms:W3CDTF">2025-11-02T18:52:46Z</dcterms:modified>
</cp:coreProperties>
</file>